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 shanker" userId="d761f79c20cafd6f" providerId="LiveId" clId="{B72BE1A4-00A7-42CC-AA1E-E471EF6CE213}"/>
    <pc:docChg chg="undo custSel addSld delSld modSld">
      <pc:chgData name="jaya shanker" userId="d761f79c20cafd6f" providerId="LiveId" clId="{B72BE1A4-00A7-42CC-AA1E-E471EF6CE213}" dt="2026-09-10T12:56:47.564" v="746" actId="207"/>
      <pc:docMkLst>
        <pc:docMk/>
      </pc:docMkLst>
      <pc:sldChg chg="addSp modSp mod">
        <pc:chgData name="jaya shanker" userId="d761f79c20cafd6f" providerId="LiveId" clId="{B72BE1A4-00A7-42CC-AA1E-E471EF6CE213}" dt="2026-09-10T12:00:07.138" v="243" actId="113"/>
        <pc:sldMkLst>
          <pc:docMk/>
          <pc:sldMk cId="1615002353" sldId="256"/>
        </pc:sldMkLst>
        <pc:spChg chg="mod">
          <ac:chgData name="jaya shanker" userId="d761f79c20cafd6f" providerId="LiveId" clId="{B72BE1A4-00A7-42CC-AA1E-E471EF6CE213}" dt="2026-09-10T12:00:07.138" v="243" actId="113"/>
          <ac:spMkLst>
            <pc:docMk/>
            <pc:sldMk cId="1615002353" sldId="256"/>
            <ac:spMk id="3" creationId="{45371CB5-8CF1-4B44-9AF3-EE7E00A888F7}"/>
          </ac:spMkLst>
        </pc:spChg>
        <pc:spChg chg="add mod">
          <ac:chgData name="jaya shanker" userId="d761f79c20cafd6f" providerId="LiveId" clId="{B72BE1A4-00A7-42CC-AA1E-E471EF6CE213}" dt="2026-09-09T15:21:49.441" v="20" actId="1076"/>
          <ac:spMkLst>
            <pc:docMk/>
            <pc:sldMk cId="1615002353" sldId="256"/>
            <ac:spMk id="19" creationId="{8E650BD5-D79D-4676-B277-80E0C0ED2294}"/>
          </ac:spMkLst>
        </pc:spChg>
      </pc:sldChg>
      <pc:sldChg chg="addSp modSp mod">
        <pc:chgData name="jaya shanker" userId="d761f79c20cafd6f" providerId="LiveId" clId="{B72BE1A4-00A7-42CC-AA1E-E471EF6CE213}" dt="2026-09-09T15:25:07.215" v="50" actId="207"/>
        <pc:sldMkLst>
          <pc:docMk/>
          <pc:sldMk cId="2485783956" sldId="257"/>
        </pc:sldMkLst>
        <pc:spChg chg="mod">
          <ac:chgData name="jaya shanker" userId="d761f79c20cafd6f" providerId="LiveId" clId="{B72BE1A4-00A7-42CC-AA1E-E471EF6CE213}" dt="2026-09-09T13:48:05.127" v="4" actId="14100"/>
          <ac:spMkLst>
            <pc:docMk/>
            <pc:sldMk cId="2485783956" sldId="257"/>
            <ac:spMk id="10" creationId="{668DA460-75F4-4392-AC62-9F4663656F70}"/>
          </ac:spMkLst>
        </pc:spChg>
        <pc:spChg chg="mod">
          <ac:chgData name="jaya shanker" userId="d761f79c20cafd6f" providerId="LiveId" clId="{B72BE1A4-00A7-42CC-AA1E-E471EF6CE213}" dt="2026-09-09T15:25:07.215" v="50" actId="207"/>
          <ac:spMkLst>
            <pc:docMk/>
            <pc:sldMk cId="2485783956" sldId="257"/>
            <ac:spMk id="14" creationId="{EFF887C3-CEAB-4712-8401-8E46B8F07CEB}"/>
          </ac:spMkLst>
        </pc:spChg>
        <pc:spChg chg="add mod">
          <ac:chgData name="jaya shanker" userId="d761f79c20cafd6f" providerId="LiveId" clId="{B72BE1A4-00A7-42CC-AA1E-E471EF6CE213}" dt="2026-09-09T15:21:23.734" v="14" actId="20577"/>
          <ac:spMkLst>
            <pc:docMk/>
            <pc:sldMk cId="2485783956" sldId="257"/>
            <ac:spMk id="27" creationId="{B81661E0-9A30-4FF9-B190-CC54B3FAC8FE}"/>
          </ac:spMkLst>
        </pc:spChg>
      </pc:sldChg>
      <pc:sldChg chg="addSp delSp modSp new mod">
        <pc:chgData name="jaya shanker" userId="d761f79c20cafd6f" providerId="LiveId" clId="{B72BE1A4-00A7-42CC-AA1E-E471EF6CE213}" dt="2026-09-09T15:28:16.768" v="79" actId="207"/>
        <pc:sldMkLst>
          <pc:docMk/>
          <pc:sldMk cId="2655200594" sldId="258"/>
        </pc:sldMkLst>
        <pc:spChg chg="del mod">
          <ac:chgData name="jaya shanker" userId="d761f79c20cafd6f" providerId="LiveId" clId="{B72BE1A4-00A7-42CC-AA1E-E471EF6CE213}" dt="2026-09-09T15:24:00.650" v="42" actId="21"/>
          <ac:spMkLst>
            <pc:docMk/>
            <pc:sldMk cId="2655200594" sldId="258"/>
            <ac:spMk id="2" creationId="{616BAD94-2157-46C2-B526-B246618AD991}"/>
          </ac:spMkLst>
        </pc:spChg>
        <pc:spChg chg="del mod">
          <ac:chgData name="jaya shanker" userId="d761f79c20cafd6f" providerId="LiveId" clId="{B72BE1A4-00A7-42CC-AA1E-E471EF6CE213}" dt="2026-09-09T15:24:06.687" v="43" actId="21"/>
          <ac:spMkLst>
            <pc:docMk/>
            <pc:sldMk cId="2655200594" sldId="258"/>
            <ac:spMk id="3" creationId="{BDFAA794-7835-4AD1-914A-2ADCA927B038}"/>
          </ac:spMkLst>
        </pc:spChg>
        <pc:spChg chg="add del mod">
          <ac:chgData name="jaya shanker" userId="d761f79c20cafd6f" providerId="LiveId" clId="{B72BE1A4-00A7-42CC-AA1E-E471EF6CE213}" dt="2026-09-09T15:23:34.601" v="39" actId="21"/>
          <ac:spMkLst>
            <pc:docMk/>
            <pc:sldMk cId="2655200594" sldId="258"/>
            <ac:spMk id="4" creationId="{A4057EBA-0E54-466F-A729-FBCC247ED88A}"/>
          </ac:spMkLst>
        </pc:spChg>
        <pc:spChg chg="add mod">
          <ac:chgData name="jaya shanker" userId="d761f79c20cafd6f" providerId="LiveId" clId="{B72BE1A4-00A7-42CC-AA1E-E471EF6CE213}" dt="2026-09-09T15:25:55.642" v="53" actId="255"/>
          <ac:spMkLst>
            <pc:docMk/>
            <pc:sldMk cId="2655200594" sldId="258"/>
            <ac:spMk id="5" creationId="{8BF77507-879F-4E9C-B8B1-05E99E7933F9}"/>
          </ac:spMkLst>
        </pc:spChg>
        <pc:spChg chg="add mod">
          <ac:chgData name="jaya shanker" userId="d761f79c20cafd6f" providerId="LiveId" clId="{B72BE1A4-00A7-42CC-AA1E-E471EF6CE213}" dt="2026-09-09T15:27:40.226" v="76" actId="207"/>
          <ac:spMkLst>
            <pc:docMk/>
            <pc:sldMk cId="2655200594" sldId="258"/>
            <ac:spMk id="6" creationId="{6C58C274-1DBB-4E2B-954C-FEB809C328FA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7" creationId="{558E5174-DA23-4A5E-92DD-667D4DE95711}"/>
          </ac:spMkLst>
        </pc:spChg>
        <pc:spChg chg="add del mod">
          <ac:chgData name="jaya shanker" userId="d761f79c20cafd6f" providerId="LiveId" clId="{B72BE1A4-00A7-42CC-AA1E-E471EF6CE213}" dt="2026-09-09T15:22:49.588" v="33" actId="21"/>
          <ac:spMkLst>
            <pc:docMk/>
            <pc:sldMk cId="2655200594" sldId="258"/>
            <ac:spMk id="8" creationId="{10D8704E-2C3A-4977-97DC-E70F0F6800BC}"/>
          </ac:spMkLst>
        </pc:spChg>
        <pc:spChg chg="add mod">
          <ac:chgData name="jaya shanker" userId="d761f79c20cafd6f" providerId="LiveId" clId="{B72BE1A4-00A7-42CC-AA1E-E471EF6CE213}" dt="2026-09-09T15:27:30.760" v="75" actId="207"/>
          <ac:spMkLst>
            <pc:docMk/>
            <pc:sldMk cId="2655200594" sldId="258"/>
            <ac:spMk id="9" creationId="{2573A42F-E105-4C83-8E0E-9518232A7B3A}"/>
          </ac:spMkLst>
        </pc:spChg>
        <pc:spChg chg="add mod">
          <ac:chgData name="jaya shanker" userId="d761f79c20cafd6f" providerId="LiveId" clId="{B72BE1A4-00A7-42CC-AA1E-E471EF6CE213}" dt="2026-09-09T15:27:22.946" v="74" actId="207"/>
          <ac:spMkLst>
            <pc:docMk/>
            <pc:sldMk cId="2655200594" sldId="258"/>
            <ac:spMk id="10" creationId="{0F5732D4-563B-4650-BB11-2A424A819AFC}"/>
          </ac:spMkLst>
        </pc:spChg>
        <pc:spChg chg="add mod">
          <ac:chgData name="jaya shanker" userId="d761f79c20cafd6f" providerId="LiveId" clId="{B72BE1A4-00A7-42CC-AA1E-E471EF6CE213}" dt="2026-09-09T15:27:18.492" v="73" actId="207"/>
          <ac:spMkLst>
            <pc:docMk/>
            <pc:sldMk cId="2655200594" sldId="258"/>
            <ac:spMk id="11" creationId="{9E9AA077-538E-459C-976B-B707D8D58640}"/>
          </ac:spMkLst>
        </pc:spChg>
        <pc:spChg chg="add mod">
          <ac:chgData name="jaya shanker" userId="d761f79c20cafd6f" providerId="LiveId" clId="{B72BE1A4-00A7-42CC-AA1E-E471EF6CE213}" dt="2026-09-09T15:26:02.063" v="54" actId="1076"/>
          <ac:spMkLst>
            <pc:docMk/>
            <pc:sldMk cId="2655200594" sldId="258"/>
            <ac:spMk id="12" creationId="{0FBB0674-C9BD-48F7-A739-E4BBE1C6F0F0}"/>
          </ac:spMkLst>
        </pc:spChg>
        <pc:spChg chg="add mod">
          <ac:chgData name="jaya shanker" userId="d761f79c20cafd6f" providerId="LiveId" clId="{B72BE1A4-00A7-42CC-AA1E-E471EF6CE213}" dt="2026-09-09T15:26:20.484" v="57" actId="20577"/>
          <ac:spMkLst>
            <pc:docMk/>
            <pc:sldMk cId="2655200594" sldId="258"/>
            <ac:spMk id="13" creationId="{9637DF55-3657-4C34-AF02-2C823CB8444C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14" creationId="{E088AFE4-4F8B-4471-8C9C-2CBFB64F2922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15" creationId="{F72936DC-9AD7-4C53-993C-61E5E6DFC307}"/>
          </ac:spMkLst>
        </pc:spChg>
        <pc:spChg chg="add mod">
          <ac:chgData name="jaya shanker" userId="d761f79c20cafd6f" providerId="LiveId" clId="{B72BE1A4-00A7-42CC-AA1E-E471EF6CE213}" dt="2026-09-09T15:26:26.920" v="59" actId="20577"/>
          <ac:spMkLst>
            <pc:docMk/>
            <pc:sldMk cId="2655200594" sldId="258"/>
            <ac:spMk id="16" creationId="{4EC0E216-7E67-4A33-992B-371FEACBD9B8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17" creationId="{3F4F4EC1-73EA-43F6-86E2-30B78D9EA499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18" creationId="{11D33612-7254-4BBF-B577-5C85C9648D90}"/>
          </ac:spMkLst>
        </pc:spChg>
        <pc:spChg chg="add mod">
          <ac:chgData name="jaya shanker" userId="d761f79c20cafd6f" providerId="LiveId" clId="{B72BE1A4-00A7-42CC-AA1E-E471EF6CE213}" dt="2026-09-09T15:26:10.624" v="55" actId="14100"/>
          <ac:spMkLst>
            <pc:docMk/>
            <pc:sldMk cId="2655200594" sldId="258"/>
            <ac:spMk id="19" creationId="{9A429AAC-57FD-44CF-A033-D0C8634B766A}"/>
          </ac:spMkLst>
        </pc:spChg>
        <pc:spChg chg="add mod">
          <ac:chgData name="jaya shanker" userId="d761f79c20cafd6f" providerId="LiveId" clId="{B72BE1A4-00A7-42CC-AA1E-E471EF6CE213}" dt="2026-09-09T15:26:32.024" v="61" actId="20577"/>
          <ac:spMkLst>
            <pc:docMk/>
            <pc:sldMk cId="2655200594" sldId="258"/>
            <ac:spMk id="20" creationId="{284159F5-7A0E-4CF9-9677-49098F45442D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21" creationId="{C322B62C-FFF3-4661-90DD-54E7246AA50F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22" creationId="{C3B523DC-0EBD-492D-9173-D45A4CB585F0}"/>
          </ac:spMkLst>
        </pc:spChg>
        <pc:spChg chg="add mod">
          <ac:chgData name="jaya shanker" userId="d761f79c20cafd6f" providerId="LiveId" clId="{B72BE1A4-00A7-42CC-AA1E-E471EF6CE213}" dt="2026-09-09T15:26:37.268" v="63" actId="20577"/>
          <ac:spMkLst>
            <pc:docMk/>
            <pc:sldMk cId="2655200594" sldId="258"/>
            <ac:spMk id="23" creationId="{E4AAA619-A51F-45F6-A18E-020742B415B8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24" creationId="{A03837DD-B369-419F-9AAD-D58CB4C6AAA4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25" creationId="{84484848-8A0D-4F65-9A2E-BA3E0EE644FC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26" creationId="{35DCDBC5-4F94-4115-BDB0-67FD8AB633F6}"/>
          </ac:spMkLst>
        </pc:spChg>
        <pc:spChg chg="add mod">
          <ac:chgData name="jaya shanker" userId="d761f79c20cafd6f" providerId="LiveId" clId="{B72BE1A4-00A7-42CC-AA1E-E471EF6CE213}" dt="2026-09-09T15:26:42.794" v="65" actId="20577"/>
          <ac:spMkLst>
            <pc:docMk/>
            <pc:sldMk cId="2655200594" sldId="258"/>
            <ac:spMk id="27" creationId="{57F5D2A1-9465-4CB6-B2FC-A5171BE39F3F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28" creationId="{FDDB8DEB-C4CB-4364-AA35-EF90C32933AC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29" creationId="{3D6133A1-4CFF-4839-B230-0A744E8DB601}"/>
          </ac:spMkLst>
        </pc:spChg>
        <pc:spChg chg="add mod">
          <ac:chgData name="jaya shanker" userId="d761f79c20cafd6f" providerId="LiveId" clId="{B72BE1A4-00A7-42CC-AA1E-E471EF6CE213}" dt="2026-09-09T15:26:52.465" v="67" actId="20577"/>
          <ac:spMkLst>
            <pc:docMk/>
            <pc:sldMk cId="2655200594" sldId="258"/>
            <ac:spMk id="30" creationId="{054EEEB2-F727-4D88-9836-14E6A612EDD4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31" creationId="{3BB3004D-9C8B-43E1-BA21-1BB38D3DD546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32" creationId="{0EC7D306-F0E1-4560-A70E-51DF904788F1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33" creationId="{8D7580A2-681B-40A2-A0E6-600F5097F96F}"/>
          </ac:spMkLst>
        </pc:spChg>
        <pc:spChg chg="add mod">
          <ac:chgData name="jaya shanker" userId="d761f79c20cafd6f" providerId="LiveId" clId="{B72BE1A4-00A7-42CC-AA1E-E471EF6CE213}" dt="2026-09-09T15:26:59.630" v="69" actId="20577"/>
          <ac:spMkLst>
            <pc:docMk/>
            <pc:sldMk cId="2655200594" sldId="258"/>
            <ac:spMk id="34" creationId="{9E3B4FD1-B3D5-488D-9753-E030D8D58189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35" creationId="{5A208676-1923-44F2-9F04-80B15749C5A4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36" creationId="{994B3488-27E4-42D5-9A4C-4C34EA41F389}"/>
          </ac:spMkLst>
        </pc:spChg>
        <pc:spChg chg="add mod">
          <ac:chgData name="jaya shanker" userId="d761f79c20cafd6f" providerId="LiveId" clId="{B72BE1A4-00A7-42CC-AA1E-E471EF6CE213}" dt="2026-09-09T15:27:03.227" v="71" actId="20577"/>
          <ac:spMkLst>
            <pc:docMk/>
            <pc:sldMk cId="2655200594" sldId="258"/>
            <ac:spMk id="37" creationId="{4B404D8A-3D50-430B-8185-2C0CB282BC51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38" creationId="{F8357AFE-D1A7-4F21-8A5E-44566A02CFA0}"/>
          </ac:spMkLst>
        </pc:spChg>
        <pc:spChg chg="add mod">
          <ac:chgData name="jaya shanker" userId="d761f79c20cafd6f" providerId="LiveId" clId="{B72BE1A4-00A7-42CC-AA1E-E471EF6CE213}" dt="2026-09-09T15:25:35.047" v="51" actId="255"/>
          <ac:spMkLst>
            <pc:docMk/>
            <pc:sldMk cId="2655200594" sldId="258"/>
            <ac:spMk id="39" creationId="{6AEFFB11-2CF5-4E6C-80BD-6BF1DE05FA10}"/>
          </ac:spMkLst>
        </pc:spChg>
        <pc:spChg chg="add del mod">
          <ac:chgData name="jaya shanker" userId="d761f79c20cafd6f" providerId="LiveId" clId="{B72BE1A4-00A7-42CC-AA1E-E471EF6CE213}" dt="2026-09-09T15:22:35.592" v="31" actId="21"/>
          <ac:spMkLst>
            <pc:docMk/>
            <pc:sldMk cId="2655200594" sldId="258"/>
            <ac:spMk id="40" creationId="{4098AA57-A9A1-416A-96AF-C97BB529E6D7}"/>
          </ac:spMkLst>
        </pc:spChg>
        <pc:spChg chg="add del mod">
          <ac:chgData name="jaya shanker" userId="d761f79c20cafd6f" providerId="LiveId" clId="{B72BE1A4-00A7-42CC-AA1E-E471EF6CE213}" dt="2026-09-09T15:22:44.972" v="32" actId="21"/>
          <ac:spMkLst>
            <pc:docMk/>
            <pc:sldMk cId="2655200594" sldId="258"/>
            <ac:spMk id="41" creationId="{B922B865-63B2-4843-B589-AF0B0D8063E1}"/>
          </ac:spMkLst>
        </pc:spChg>
        <pc:spChg chg="add del mod">
          <ac:chgData name="jaya shanker" userId="d761f79c20cafd6f" providerId="LiveId" clId="{B72BE1A4-00A7-42CC-AA1E-E471EF6CE213}" dt="2026-09-09T15:23:00.392" v="34" actId="21"/>
          <ac:spMkLst>
            <pc:docMk/>
            <pc:sldMk cId="2655200594" sldId="258"/>
            <ac:spMk id="42" creationId="{0A01E330-0025-456C-98E0-7A54143F79B3}"/>
          </ac:spMkLst>
        </pc:spChg>
        <pc:spChg chg="add del mod">
          <ac:chgData name="jaya shanker" userId="d761f79c20cafd6f" providerId="LiveId" clId="{B72BE1A4-00A7-42CC-AA1E-E471EF6CE213}" dt="2026-09-09T15:23:06.663" v="35" actId="21"/>
          <ac:spMkLst>
            <pc:docMk/>
            <pc:sldMk cId="2655200594" sldId="258"/>
            <ac:spMk id="43" creationId="{A9088C8C-E7FA-43BB-995F-B6DA1484C204}"/>
          </ac:spMkLst>
        </pc:spChg>
        <pc:spChg chg="add mod">
          <ac:chgData name="jaya shanker" userId="d761f79c20cafd6f" providerId="LiveId" clId="{B72BE1A4-00A7-42CC-AA1E-E471EF6CE213}" dt="2026-09-09T15:28:16.768" v="79" actId="207"/>
          <ac:spMkLst>
            <pc:docMk/>
            <pc:sldMk cId="2655200594" sldId="258"/>
            <ac:spMk id="44" creationId="{7B80F49A-6D83-4D0E-9186-75D34D90C445}"/>
          </ac:spMkLst>
        </pc:spChg>
        <pc:spChg chg="add del mod">
          <ac:chgData name="jaya shanker" userId="d761f79c20cafd6f" providerId="LiveId" clId="{B72BE1A4-00A7-42CC-AA1E-E471EF6CE213}" dt="2026-09-09T15:27:46.973" v="77" actId="21"/>
          <ac:spMkLst>
            <pc:docMk/>
            <pc:sldMk cId="2655200594" sldId="258"/>
            <ac:spMk id="45" creationId="{F4792526-D3EB-4D47-98B2-39E9DEE1463E}"/>
          </ac:spMkLst>
        </pc:spChg>
        <pc:spChg chg="add del mod">
          <ac:chgData name="jaya shanker" userId="d761f79c20cafd6f" providerId="LiveId" clId="{B72BE1A4-00A7-42CC-AA1E-E471EF6CE213}" dt="2026-09-09T15:20:31.166" v="11" actId="21"/>
          <ac:spMkLst>
            <pc:docMk/>
            <pc:sldMk cId="2655200594" sldId="258"/>
            <ac:spMk id="46" creationId="{88DC3B3E-9EBA-4016-B0C2-2F5D919BCC34}"/>
          </ac:spMkLst>
        </pc:spChg>
      </pc:sldChg>
      <pc:sldChg chg="addSp delSp modSp new mod">
        <pc:chgData name="jaya shanker" userId="d761f79c20cafd6f" providerId="LiveId" clId="{B72BE1A4-00A7-42CC-AA1E-E471EF6CE213}" dt="2026-09-09T15:59:22.598" v="173" actId="1076"/>
        <pc:sldMkLst>
          <pc:docMk/>
          <pc:sldMk cId="2546780239" sldId="259"/>
        </pc:sldMkLst>
        <pc:spChg chg="del">
          <ac:chgData name="jaya shanker" userId="d761f79c20cafd6f" providerId="LiveId" clId="{B72BE1A4-00A7-42CC-AA1E-E471EF6CE213}" dt="2026-09-09T15:29:35.175" v="81" actId="21"/>
          <ac:spMkLst>
            <pc:docMk/>
            <pc:sldMk cId="2546780239" sldId="259"/>
            <ac:spMk id="2" creationId="{33D4F092-4D04-4C80-94A0-884EAB89A661}"/>
          </ac:spMkLst>
        </pc:spChg>
        <pc:spChg chg="del">
          <ac:chgData name="jaya shanker" userId="d761f79c20cafd6f" providerId="LiveId" clId="{B72BE1A4-00A7-42CC-AA1E-E471EF6CE213}" dt="2026-09-09T15:29:38.225" v="82" actId="21"/>
          <ac:spMkLst>
            <pc:docMk/>
            <pc:sldMk cId="2546780239" sldId="259"/>
            <ac:spMk id="3" creationId="{F71D6944-86CA-4BCF-8103-4EA4C401E38D}"/>
          </ac:spMkLst>
        </pc:spChg>
        <pc:spChg chg="add del mod">
          <ac:chgData name="jaya shanker" userId="d761f79c20cafd6f" providerId="LiveId" clId="{B72BE1A4-00A7-42CC-AA1E-E471EF6CE213}" dt="2026-09-09T15:29:43.488" v="84" actId="21"/>
          <ac:spMkLst>
            <pc:docMk/>
            <pc:sldMk cId="2546780239" sldId="259"/>
            <ac:spMk id="4" creationId="{9EA3D5B2-F6E8-4F89-B8F5-AE817B06B26B}"/>
          </ac:spMkLst>
        </pc:spChg>
        <pc:spChg chg="add del mod">
          <ac:chgData name="jaya shanker" userId="d761f79c20cafd6f" providerId="LiveId" clId="{B72BE1A4-00A7-42CC-AA1E-E471EF6CE213}" dt="2026-09-09T15:38:05.993" v="93" actId="21"/>
          <ac:spMkLst>
            <pc:docMk/>
            <pc:sldMk cId="2546780239" sldId="259"/>
            <ac:spMk id="5" creationId="{A1D82FFA-6316-409A-BEE3-222B96E4DB66}"/>
          </ac:spMkLst>
        </pc:spChg>
        <pc:spChg chg="add del mod">
          <ac:chgData name="jaya shanker" userId="d761f79c20cafd6f" providerId="LiveId" clId="{B72BE1A4-00A7-42CC-AA1E-E471EF6CE213}" dt="2026-09-09T15:59:22.598" v="173" actId="1076"/>
          <ac:spMkLst>
            <pc:docMk/>
            <pc:sldMk cId="2546780239" sldId="259"/>
            <ac:spMk id="6" creationId="{D274680C-0733-4FCB-83B3-327DDA3C262F}"/>
          </ac:spMkLst>
        </pc:spChg>
        <pc:spChg chg="add del mod">
          <ac:chgData name="jaya shanker" userId="d761f79c20cafd6f" providerId="LiveId" clId="{B72BE1A4-00A7-42CC-AA1E-E471EF6CE213}" dt="2026-09-09T15:38:38.758" v="98" actId="255"/>
          <ac:spMkLst>
            <pc:docMk/>
            <pc:sldMk cId="2546780239" sldId="259"/>
            <ac:spMk id="7" creationId="{96BCA040-5276-4342-AD5D-5E5C9F3B7DC9}"/>
          </ac:spMkLst>
        </pc:spChg>
        <pc:spChg chg="add del mod">
          <ac:chgData name="jaya shanker" userId="d761f79c20cafd6f" providerId="LiveId" clId="{B72BE1A4-00A7-42CC-AA1E-E471EF6CE213}" dt="2026-09-09T15:38:38.758" v="98" actId="255"/>
          <ac:spMkLst>
            <pc:docMk/>
            <pc:sldMk cId="2546780239" sldId="259"/>
            <ac:spMk id="8" creationId="{60597B61-26A1-47AB-AC45-EC3A5F4ED9AF}"/>
          </ac:spMkLst>
        </pc:spChg>
        <pc:spChg chg="add del mod">
          <ac:chgData name="jaya shanker" userId="d761f79c20cafd6f" providerId="LiveId" clId="{B72BE1A4-00A7-42CC-AA1E-E471EF6CE213}" dt="2026-09-09T15:39:56.337" v="112" actId="1076"/>
          <ac:spMkLst>
            <pc:docMk/>
            <pc:sldMk cId="2546780239" sldId="259"/>
            <ac:spMk id="9" creationId="{FDBF71BE-9A04-4F07-B1DD-8776B95D9F95}"/>
          </ac:spMkLst>
        </pc:spChg>
        <pc:spChg chg="add del mod">
          <ac:chgData name="jaya shanker" userId="d761f79c20cafd6f" providerId="LiveId" clId="{B72BE1A4-00A7-42CC-AA1E-E471EF6CE213}" dt="2026-09-09T15:41:49.016" v="134" actId="1076"/>
          <ac:spMkLst>
            <pc:docMk/>
            <pc:sldMk cId="2546780239" sldId="259"/>
            <ac:spMk id="10" creationId="{BA8E6005-05C2-4D00-9BAE-8BFEE2A0EBEF}"/>
          </ac:spMkLst>
        </pc:spChg>
        <pc:spChg chg="add del mod">
          <ac:chgData name="jaya shanker" userId="d761f79c20cafd6f" providerId="LiveId" clId="{B72BE1A4-00A7-42CC-AA1E-E471EF6CE213}" dt="2026-09-09T15:59:21.155" v="172" actId="1076"/>
          <ac:spMkLst>
            <pc:docMk/>
            <pc:sldMk cId="2546780239" sldId="259"/>
            <ac:spMk id="11" creationId="{46A13568-A8E1-43F6-A28E-8364F1B801EA}"/>
          </ac:spMkLst>
        </pc:spChg>
        <pc:spChg chg="add del mod">
          <ac:chgData name="jaya shanker" userId="d761f79c20cafd6f" providerId="LiveId" clId="{B72BE1A4-00A7-42CC-AA1E-E471EF6CE213}" dt="2026-09-09T15:40:43.805" v="123" actId="1076"/>
          <ac:spMkLst>
            <pc:docMk/>
            <pc:sldMk cId="2546780239" sldId="259"/>
            <ac:spMk id="12" creationId="{6D9FB5EA-8D0D-410F-A693-FCBEEB6AAB79}"/>
          </ac:spMkLst>
        </pc:spChg>
        <pc:spChg chg="add del mod">
          <ac:chgData name="jaya shanker" userId="d761f79c20cafd6f" providerId="LiveId" clId="{B72BE1A4-00A7-42CC-AA1E-E471EF6CE213}" dt="2026-09-09T15:40:52.729" v="125" actId="14100"/>
          <ac:spMkLst>
            <pc:docMk/>
            <pc:sldMk cId="2546780239" sldId="259"/>
            <ac:spMk id="13" creationId="{57E7F91D-B61E-4D05-8946-5FDD5D3345A1}"/>
          </ac:spMkLst>
        </pc:spChg>
        <pc:spChg chg="add del mod">
          <ac:chgData name="jaya shanker" userId="d761f79c20cafd6f" providerId="LiveId" clId="{B72BE1A4-00A7-42CC-AA1E-E471EF6CE213}" dt="2026-09-09T15:40:47.730" v="124" actId="1076"/>
          <ac:spMkLst>
            <pc:docMk/>
            <pc:sldMk cId="2546780239" sldId="259"/>
            <ac:spMk id="14" creationId="{E8A3B4F9-0381-4258-BFC3-756B5E1F29C3}"/>
          </ac:spMkLst>
        </pc:spChg>
        <pc:spChg chg="add del mod">
          <ac:chgData name="jaya shanker" userId="d761f79c20cafd6f" providerId="LiveId" clId="{B72BE1A4-00A7-42CC-AA1E-E471EF6CE213}" dt="2026-09-09T15:40:02.202" v="114" actId="1076"/>
          <ac:spMkLst>
            <pc:docMk/>
            <pc:sldMk cId="2546780239" sldId="259"/>
            <ac:spMk id="15" creationId="{0BB29CA6-8CE3-4BFC-A43A-507CA66A0C9C}"/>
          </ac:spMkLst>
        </pc:spChg>
        <pc:spChg chg="add del mod">
          <ac:chgData name="jaya shanker" userId="d761f79c20cafd6f" providerId="LiveId" clId="{B72BE1A4-00A7-42CC-AA1E-E471EF6CE213}" dt="2026-09-09T15:39:59.266" v="113" actId="1076"/>
          <ac:spMkLst>
            <pc:docMk/>
            <pc:sldMk cId="2546780239" sldId="259"/>
            <ac:spMk id="16" creationId="{552773C5-00A1-4F39-839B-428E5F9BF4EB}"/>
          </ac:spMkLst>
        </pc:spChg>
        <pc:spChg chg="add del mod">
          <ac:chgData name="jaya shanker" userId="d761f79c20cafd6f" providerId="LiveId" clId="{B72BE1A4-00A7-42CC-AA1E-E471EF6CE213}" dt="2026-09-09T15:41:10.387" v="127" actId="1076"/>
          <ac:spMkLst>
            <pc:docMk/>
            <pc:sldMk cId="2546780239" sldId="259"/>
            <ac:spMk id="17" creationId="{1A06C6E9-448C-40DD-88B0-FADAB69C965D}"/>
          </ac:spMkLst>
        </pc:spChg>
        <pc:spChg chg="add del mod">
          <ac:chgData name="jaya shanker" userId="d761f79c20cafd6f" providerId="LiveId" clId="{B72BE1A4-00A7-42CC-AA1E-E471EF6CE213}" dt="2026-09-09T15:40:13.521" v="117" actId="14100"/>
          <ac:spMkLst>
            <pc:docMk/>
            <pc:sldMk cId="2546780239" sldId="259"/>
            <ac:spMk id="18" creationId="{99E0F5C9-0BA9-4CEE-A466-514187B79329}"/>
          </ac:spMkLst>
        </pc:spChg>
        <pc:spChg chg="add del mod">
          <ac:chgData name="jaya shanker" userId="d761f79c20cafd6f" providerId="LiveId" clId="{B72BE1A4-00A7-42CC-AA1E-E471EF6CE213}" dt="2026-09-09T15:38:38.758" v="98" actId="255"/>
          <ac:spMkLst>
            <pc:docMk/>
            <pc:sldMk cId="2546780239" sldId="259"/>
            <ac:spMk id="19" creationId="{D39B97ED-4588-4DD9-A46F-26E3E4D9174C}"/>
          </ac:spMkLst>
        </pc:spChg>
        <pc:spChg chg="add del mod">
          <ac:chgData name="jaya shanker" userId="d761f79c20cafd6f" providerId="LiveId" clId="{B72BE1A4-00A7-42CC-AA1E-E471EF6CE213}" dt="2026-09-09T15:41:17.114" v="128" actId="1076"/>
          <ac:spMkLst>
            <pc:docMk/>
            <pc:sldMk cId="2546780239" sldId="259"/>
            <ac:spMk id="20" creationId="{8BC4D8A5-1D55-45A5-BD63-7186446A69B1}"/>
          </ac:spMkLst>
        </pc:spChg>
        <pc:spChg chg="add del mod">
          <ac:chgData name="jaya shanker" userId="d761f79c20cafd6f" providerId="LiveId" clId="{B72BE1A4-00A7-42CC-AA1E-E471EF6CE213}" dt="2026-09-09T15:40:22.249" v="119" actId="14100"/>
          <ac:spMkLst>
            <pc:docMk/>
            <pc:sldMk cId="2546780239" sldId="259"/>
            <ac:spMk id="21" creationId="{9E087D73-A6CF-46B4-A782-FB7665593BE3}"/>
          </ac:spMkLst>
        </pc:spChg>
        <pc:spChg chg="add del mod">
          <ac:chgData name="jaya shanker" userId="d761f79c20cafd6f" providerId="LiveId" clId="{B72BE1A4-00A7-42CC-AA1E-E471EF6CE213}" dt="2026-09-09T15:38:38.758" v="98" actId="255"/>
          <ac:spMkLst>
            <pc:docMk/>
            <pc:sldMk cId="2546780239" sldId="259"/>
            <ac:spMk id="22" creationId="{ED7C31CF-831A-4161-956D-44EC3571B9E9}"/>
          </ac:spMkLst>
        </pc:spChg>
        <pc:spChg chg="add del mod">
          <ac:chgData name="jaya shanker" userId="d761f79c20cafd6f" providerId="LiveId" clId="{B72BE1A4-00A7-42CC-AA1E-E471EF6CE213}" dt="2026-09-09T15:41:21.573" v="129" actId="1076"/>
          <ac:spMkLst>
            <pc:docMk/>
            <pc:sldMk cId="2546780239" sldId="259"/>
            <ac:spMk id="23" creationId="{1849D9F5-A378-4C73-8A4B-CA58751C76B3}"/>
          </ac:spMkLst>
        </pc:spChg>
        <pc:spChg chg="add del mod">
          <ac:chgData name="jaya shanker" userId="d761f79c20cafd6f" providerId="LiveId" clId="{B72BE1A4-00A7-42CC-AA1E-E471EF6CE213}" dt="2026-09-09T15:38:46.094" v="99" actId="1076"/>
          <ac:spMkLst>
            <pc:docMk/>
            <pc:sldMk cId="2546780239" sldId="259"/>
            <ac:spMk id="24" creationId="{D6C701C0-1AB1-4BD4-8762-2721624657F4}"/>
          </ac:spMkLst>
        </pc:spChg>
        <pc:spChg chg="add del mod">
          <ac:chgData name="jaya shanker" userId="d761f79c20cafd6f" providerId="LiveId" clId="{B72BE1A4-00A7-42CC-AA1E-E471EF6CE213}" dt="2026-09-09T15:38:56.598" v="101" actId="1076"/>
          <ac:spMkLst>
            <pc:docMk/>
            <pc:sldMk cId="2546780239" sldId="259"/>
            <ac:spMk id="25" creationId="{DA3269B7-6BF7-4C45-BC3A-F4E953C37A13}"/>
          </ac:spMkLst>
        </pc:spChg>
        <pc:spChg chg="add del mod">
          <ac:chgData name="jaya shanker" userId="d761f79c20cafd6f" providerId="LiveId" clId="{B72BE1A4-00A7-42CC-AA1E-E471EF6CE213}" dt="2026-09-09T15:38:52.868" v="100" actId="1076"/>
          <ac:spMkLst>
            <pc:docMk/>
            <pc:sldMk cId="2546780239" sldId="259"/>
            <ac:spMk id="26" creationId="{4AEA3670-A266-4F4E-A230-5A23642D6531}"/>
          </ac:spMkLst>
        </pc:spChg>
        <pc:spChg chg="add del mod">
          <ac:chgData name="jaya shanker" userId="d761f79c20cafd6f" providerId="LiveId" clId="{B72BE1A4-00A7-42CC-AA1E-E471EF6CE213}" dt="2026-09-09T15:39:02.721" v="102" actId="1076"/>
          <ac:spMkLst>
            <pc:docMk/>
            <pc:sldMk cId="2546780239" sldId="259"/>
            <ac:spMk id="27" creationId="{303E2241-A405-4918-AAAD-6EEDAD782EDC}"/>
          </ac:spMkLst>
        </pc:spChg>
        <pc:spChg chg="add del mod">
          <ac:chgData name="jaya shanker" userId="d761f79c20cafd6f" providerId="LiveId" clId="{B72BE1A4-00A7-42CC-AA1E-E471EF6CE213}" dt="2026-09-09T15:39:17.303" v="104" actId="1076"/>
          <ac:spMkLst>
            <pc:docMk/>
            <pc:sldMk cId="2546780239" sldId="259"/>
            <ac:spMk id="28" creationId="{F2A685BD-FA82-480A-BE2E-D8DD051521F2}"/>
          </ac:spMkLst>
        </pc:spChg>
        <pc:spChg chg="add del mod">
          <ac:chgData name="jaya shanker" userId="d761f79c20cafd6f" providerId="LiveId" clId="{B72BE1A4-00A7-42CC-AA1E-E471EF6CE213}" dt="2026-09-09T15:39:10.189" v="103" actId="1076"/>
          <ac:spMkLst>
            <pc:docMk/>
            <pc:sldMk cId="2546780239" sldId="259"/>
            <ac:spMk id="29" creationId="{2173E25C-FC9B-4AFC-8C05-B3C6539C5B17}"/>
          </ac:spMkLst>
        </pc:spChg>
        <pc:spChg chg="add del mod">
          <ac:chgData name="jaya shanker" userId="d761f79c20cafd6f" providerId="LiveId" clId="{B72BE1A4-00A7-42CC-AA1E-E471EF6CE213}" dt="2026-09-09T15:38:13.094" v="94" actId="21"/>
          <ac:spMkLst>
            <pc:docMk/>
            <pc:sldMk cId="2546780239" sldId="259"/>
            <ac:spMk id="30" creationId="{8DE2AF87-BF59-41E7-A41A-6D7FC9591581}"/>
          </ac:spMkLst>
        </pc:spChg>
        <pc:spChg chg="add del mod">
          <ac:chgData name="jaya shanker" userId="d761f79c20cafd6f" providerId="LiveId" clId="{B72BE1A4-00A7-42CC-AA1E-E471EF6CE213}" dt="2026-09-09T15:38:21.662" v="95" actId="21"/>
          <ac:spMkLst>
            <pc:docMk/>
            <pc:sldMk cId="2546780239" sldId="259"/>
            <ac:spMk id="31" creationId="{C61D2C2E-3A2A-4D34-8977-0489CC3ED98A}"/>
          </ac:spMkLst>
        </pc:spChg>
      </pc:sldChg>
      <pc:sldChg chg="addSp delSp modSp new del mod">
        <pc:chgData name="jaya shanker" userId="d761f79c20cafd6f" providerId="LiveId" clId="{B72BE1A4-00A7-42CC-AA1E-E471EF6CE213}" dt="2026-09-10T11:55:50.381" v="195" actId="47"/>
        <pc:sldMkLst>
          <pc:docMk/>
          <pc:sldMk cId="976614141" sldId="260"/>
        </pc:sldMkLst>
        <pc:spChg chg="del">
          <ac:chgData name="jaya shanker" userId="d761f79c20cafd6f" providerId="LiveId" clId="{B72BE1A4-00A7-42CC-AA1E-E471EF6CE213}" dt="2026-09-09T15:42:45.499" v="136" actId="21"/>
          <ac:spMkLst>
            <pc:docMk/>
            <pc:sldMk cId="976614141" sldId="260"/>
            <ac:spMk id="2" creationId="{62C384D3-6C58-43C2-B51D-EFD4ED75AACB}"/>
          </ac:spMkLst>
        </pc:spChg>
        <pc:spChg chg="del">
          <ac:chgData name="jaya shanker" userId="d761f79c20cafd6f" providerId="LiveId" clId="{B72BE1A4-00A7-42CC-AA1E-E471EF6CE213}" dt="2026-09-09T15:42:52.894" v="137" actId="21"/>
          <ac:spMkLst>
            <pc:docMk/>
            <pc:sldMk cId="976614141" sldId="260"/>
            <ac:spMk id="3" creationId="{A7F26007-5773-4F9E-919A-C34A4BEDF4BF}"/>
          </ac:spMkLst>
        </pc:spChg>
        <pc:spChg chg="add del mod">
          <ac:chgData name="jaya shanker" userId="d761f79c20cafd6f" providerId="LiveId" clId="{B72BE1A4-00A7-42CC-AA1E-E471EF6CE213}" dt="2026-09-09T15:43:24.953" v="140" actId="21"/>
          <ac:spMkLst>
            <pc:docMk/>
            <pc:sldMk cId="976614141" sldId="260"/>
            <ac:spMk id="4" creationId="{2D957ABC-BB99-4F84-A582-BD86A2B143D4}"/>
          </ac:spMkLst>
        </pc:spChg>
        <pc:spChg chg="add mod">
          <ac:chgData name="jaya shanker" userId="d761f79c20cafd6f" providerId="LiveId" clId="{B72BE1A4-00A7-42CC-AA1E-E471EF6CE213}" dt="2026-09-09T16:02:51.970" v="175" actId="1076"/>
          <ac:spMkLst>
            <pc:docMk/>
            <pc:sldMk cId="976614141" sldId="260"/>
            <ac:spMk id="5" creationId="{24FEEBD2-347A-4EA2-9E24-3249FCDB6346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6" creationId="{0DB7487C-A651-479D-863C-08F009B7BC17}"/>
          </ac:spMkLst>
        </pc:spChg>
        <pc:spChg chg="add mod">
          <ac:chgData name="jaya shanker" userId="d761f79c20cafd6f" providerId="LiveId" clId="{B72BE1A4-00A7-42CC-AA1E-E471EF6CE213}" dt="2026-09-09T16:03:54.904" v="184" actId="1076"/>
          <ac:spMkLst>
            <pc:docMk/>
            <pc:sldMk cId="976614141" sldId="260"/>
            <ac:spMk id="7" creationId="{D905DD65-EC90-4C99-8D95-E1AA17C6F75F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8" creationId="{46385B1D-186D-43F2-BA3D-4E2FE00C2889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9" creationId="{63460BAC-C374-4E5B-900C-15BB00ECD03C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10" creationId="{0D12DA2C-B132-499F-A4E4-B6FFB2C289DF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11" creationId="{B2093C04-597D-488E-931E-2EA664203ADB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12" creationId="{5308DD81-E54F-4EB6-83AE-30C528984D59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13" creationId="{AB443F86-7ED0-4979-B6A5-19334A2626FB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14" creationId="{99E87D65-B3DF-4B49-A271-D2BE08D75082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15" creationId="{22BD4D81-26A5-4872-8472-E747936BEA62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16" creationId="{1DBEBECA-0537-4C11-B11F-E5F9BC0AC008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17" creationId="{11A74FF0-E4FE-4805-931E-54F7BD94E100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18" creationId="{12D84790-ECAB-4191-9B5C-D772198808B7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19" creationId="{960BCC6D-369D-4ABC-90FA-DF4A3D5D55DA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20" creationId="{C9430319-6214-4032-A717-0D3616A3386E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21" creationId="{334B72B2-5EF7-4C3F-AF79-0CBC1431705A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22" creationId="{3BAC2B8F-7AE7-4214-993C-8D6B445DCB77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23" creationId="{60FADB24-6AF3-4E3B-A708-03B809FDFB9F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24" creationId="{60C37A3F-B3D0-4F5E-9548-6862D42DAA8E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25" creationId="{C7D064EE-9551-457D-857C-5914D587CDD8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26" creationId="{1B217749-394A-4011-9ADD-78CE868317B8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27" creationId="{BDBD69D0-842C-41E9-A6F6-49B92A8F4F09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36" creationId="{3D39A9AC-DF15-4645-8043-CA300BD106F8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37" creationId="{B95E8EDC-AB52-4906-B363-59CDD6EF12A0}"/>
          </ac:spMkLst>
        </pc:spChg>
        <pc:spChg chg="add mod">
          <ac:chgData name="jaya shanker" userId="d761f79c20cafd6f" providerId="LiveId" clId="{B72BE1A4-00A7-42CC-AA1E-E471EF6CE213}" dt="2026-09-09T15:43:48.372" v="143" actId="255"/>
          <ac:spMkLst>
            <pc:docMk/>
            <pc:sldMk cId="976614141" sldId="260"/>
            <ac:spMk id="38" creationId="{87D863E3-BB62-48A3-B3D4-4278733DCE6D}"/>
          </ac:spMkLst>
        </pc:spChg>
        <pc:spChg chg="add del mod">
          <ac:chgData name="jaya shanker" userId="d761f79c20cafd6f" providerId="LiveId" clId="{B72BE1A4-00A7-42CC-AA1E-E471EF6CE213}" dt="2026-09-09T15:43:21.249" v="139" actId="21"/>
          <ac:spMkLst>
            <pc:docMk/>
            <pc:sldMk cId="976614141" sldId="260"/>
            <ac:spMk id="39" creationId="{9DCCAB3A-5FAE-483A-A6E7-B37DA5F82D31}"/>
          </ac:spMkLst>
        </pc:spChg>
        <pc:cxnChg chg="add mod">
          <ac:chgData name="jaya shanker" userId="d761f79c20cafd6f" providerId="LiveId" clId="{B72BE1A4-00A7-42CC-AA1E-E471EF6CE213}" dt="2026-09-09T15:48:55.320" v="163" actId="208"/>
          <ac:cxnSpMkLst>
            <pc:docMk/>
            <pc:sldMk cId="976614141" sldId="260"/>
            <ac:cxnSpMk id="28" creationId="{A85AD6BE-EF2C-4899-9083-A4C10D1EBF78}"/>
          </ac:cxnSpMkLst>
        </pc:cxnChg>
        <pc:cxnChg chg="add mod">
          <ac:chgData name="jaya shanker" userId="d761f79c20cafd6f" providerId="LiveId" clId="{B72BE1A4-00A7-42CC-AA1E-E471EF6CE213}" dt="2026-09-09T15:49:34.651" v="171" actId="14100"/>
          <ac:cxnSpMkLst>
            <pc:docMk/>
            <pc:sldMk cId="976614141" sldId="260"/>
            <ac:cxnSpMk id="29" creationId="{4CF06B80-C1AF-458A-90D6-62F2799476A1}"/>
          </ac:cxnSpMkLst>
        </pc:cxnChg>
        <pc:cxnChg chg="add mod">
          <ac:chgData name="jaya shanker" userId="d761f79c20cafd6f" providerId="LiveId" clId="{B72BE1A4-00A7-42CC-AA1E-E471EF6CE213}" dt="2026-09-09T15:49:22.110" v="169" actId="1076"/>
          <ac:cxnSpMkLst>
            <pc:docMk/>
            <pc:sldMk cId="976614141" sldId="260"/>
            <ac:cxnSpMk id="30" creationId="{3F261C18-FC7A-4653-891A-11580E3D6407}"/>
          </ac:cxnSpMkLst>
        </pc:cxnChg>
        <pc:cxnChg chg="add mod">
          <ac:chgData name="jaya shanker" userId="d761f79c20cafd6f" providerId="LiveId" clId="{B72BE1A4-00A7-42CC-AA1E-E471EF6CE213}" dt="2026-09-09T15:49:19.548" v="168" actId="1076"/>
          <ac:cxnSpMkLst>
            <pc:docMk/>
            <pc:sldMk cId="976614141" sldId="260"/>
            <ac:cxnSpMk id="31" creationId="{A09694B0-DE45-4156-A543-D281A3D70D2A}"/>
          </ac:cxnSpMkLst>
        </pc:cxnChg>
        <pc:cxnChg chg="add mod">
          <ac:chgData name="jaya shanker" userId="d761f79c20cafd6f" providerId="LiveId" clId="{B72BE1A4-00A7-42CC-AA1E-E471EF6CE213}" dt="2026-09-09T15:48:59.035" v="164" actId="208"/>
          <ac:cxnSpMkLst>
            <pc:docMk/>
            <pc:sldMk cId="976614141" sldId="260"/>
            <ac:cxnSpMk id="32" creationId="{7B2FE58A-D3B3-4EB4-B44E-5329C9C2F7CD}"/>
          </ac:cxnSpMkLst>
        </pc:cxnChg>
        <pc:cxnChg chg="add mod">
          <ac:chgData name="jaya shanker" userId="d761f79c20cafd6f" providerId="LiveId" clId="{B72BE1A4-00A7-42CC-AA1E-E471EF6CE213}" dt="2026-09-09T15:49:09.960" v="166" actId="208"/>
          <ac:cxnSpMkLst>
            <pc:docMk/>
            <pc:sldMk cId="976614141" sldId="260"/>
            <ac:cxnSpMk id="33" creationId="{C3AE1340-E449-4E0D-ABBE-FE6239AAEA16}"/>
          </ac:cxnSpMkLst>
        </pc:cxnChg>
        <pc:cxnChg chg="add mod">
          <ac:chgData name="jaya shanker" userId="d761f79c20cafd6f" providerId="LiveId" clId="{B72BE1A4-00A7-42CC-AA1E-E471EF6CE213}" dt="2026-09-09T15:49:03.670" v="165" actId="208"/>
          <ac:cxnSpMkLst>
            <pc:docMk/>
            <pc:sldMk cId="976614141" sldId="260"/>
            <ac:cxnSpMk id="34" creationId="{21C3E5A9-6E7B-4D1D-9305-AC3E65B46E2B}"/>
          </ac:cxnSpMkLst>
        </pc:cxnChg>
        <pc:cxnChg chg="add mod">
          <ac:chgData name="jaya shanker" userId="d761f79c20cafd6f" providerId="LiveId" clId="{B72BE1A4-00A7-42CC-AA1E-E471EF6CE213}" dt="2026-09-09T15:49:16.263" v="167" actId="1076"/>
          <ac:cxnSpMkLst>
            <pc:docMk/>
            <pc:sldMk cId="976614141" sldId="260"/>
            <ac:cxnSpMk id="35" creationId="{55D90CFF-298E-4E19-A498-BDFDBBF0208F}"/>
          </ac:cxnSpMkLst>
        </pc:cxnChg>
      </pc:sldChg>
      <pc:sldChg chg="addSp delSp modSp new mod">
        <pc:chgData name="jaya shanker" userId="d761f79c20cafd6f" providerId="LiveId" clId="{B72BE1A4-00A7-42CC-AA1E-E471EF6CE213}" dt="2026-09-10T11:56:23.947" v="207" actId="20577"/>
        <pc:sldMkLst>
          <pc:docMk/>
          <pc:sldMk cId="2921218510" sldId="261"/>
        </pc:sldMkLst>
        <pc:spChg chg="del">
          <ac:chgData name="jaya shanker" userId="d761f79c20cafd6f" providerId="LiveId" clId="{B72BE1A4-00A7-42CC-AA1E-E471EF6CE213}" dt="2026-09-09T16:02:59.762" v="176" actId="21"/>
          <ac:spMkLst>
            <pc:docMk/>
            <pc:sldMk cId="2921218510" sldId="261"/>
            <ac:spMk id="2" creationId="{0E740F54-C48F-47A2-B381-098B3C1C27B9}"/>
          </ac:spMkLst>
        </pc:spChg>
        <pc:spChg chg="del">
          <ac:chgData name="jaya shanker" userId="d761f79c20cafd6f" providerId="LiveId" clId="{B72BE1A4-00A7-42CC-AA1E-E471EF6CE213}" dt="2026-09-09T16:03:03.320" v="177" actId="21"/>
          <ac:spMkLst>
            <pc:docMk/>
            <pc:sldMk cId="2921218510" sldId="261"/>
            <ac:spMk id="3" creationId="{959E33FC-59F4-4C28-B4E5-B2078BB801B5}"/>
          </ac:spMkLst>
        </pc:spChg>
        <pc:spChg chg="add mod">
          <ac:chgData name="jaya shanker" userId="d761f79c20cafd6f" providerId="LiveId" clId="{B72BE1A4-00A7-42CC-AA1E-E471EF6CE213}" dt="2026-09-09T16:03:24.740" v="182" actId="255"/>
          <ac:spMkLst>
            <pc:docMk/>
            <pc:sldMk cId="2921218510" sldId="261"/>
            <ac:spMk id="4" creationId="{C3EEDCF2-288B-484E-A605-8DD2D3BCCB68}"/>
          </ac:spMkLst>
        </pc:spChg>
        <pc:spChg chg="add mod">
          <ac:chgData name="jaya shanker" userId="d761f79c20cafd6f" providerId="LiveId" clId="{B72BE1A4-00A7-42CC-AA1E-E471EF6CE213}" dt="2026-09-09T16:03:36.317" v="183"/>
          <ac:spMkLst>
            <pc:docMk/>
            <pc:sldMk cId="2921218510" sldId="261"/>
            <ac:spMk id="5" creationId="{0828EE28-C58C-45CA-A65F-8EB19879F5BE}"/>
          </ac:spMkLst>
        </pc:spChg>
        <pc:spChg chg="add mod">
          <ac:chgData name="jaya shanker" userId="d761f79c20cafd6f" providerId="LiveId" clId="{B72BE1A4-00A7-42CC-AA1E-E471EF6CE213}" dt="2026-09-09T16:04:02.826" v="185"/>
          <ac:spMkLst>
            <pc:docMk/>
            <pc:sldMk cId="2921218510" sldId="261"/>
            <ac:spMk id="6" creationId="{821F545D-BEBC-4247-A12F-A7693686BD76}"/>
          </ac:spMkLst>
        </pc:spChg>
        <pc:spChg chg="add mod">
          <ac:chgData name="jaya shanker" userId="d761f79c20cafd6f" providerId="LiveId" clId="{B72BE1A4-00A7-42CC-AA1E-E471EF6CE213}" dt="2026-09-10T11:56:23.947" v="207" actId="20577"/>
          <ac:spMkLst>
            <pc:docMk/>
            <pc:sldMk cId="2921218510" sldId="261"/>
            <ac:spMk id="7" creationId="{51B63216-3680-4C27-AC4C-D968ACC66090}"/>
          </ac:spMkLst>
        </pc:spChg>
        <pc:picChg chg="add mod">
          <ac:chgData name="jaya shanker" userId="d761f79c20cafd6f" providerId="LiveId" clId="{B72BE1A4-00A7-42CC-AA1E-E471EF6CE213}" dt="2026-09-10T11:55:40.848" v="194" actId="14100"/>
          <ac:picMkLst>
            <pc:docMk/>
            <pc:sldMk cId="2921218510" sldId="261"/>
            <ac:picMk id="3" creationId="{01C8B917-54A5-4FE7-B688-5D74DDA6A7AB}"/>
          </ac:picMkLst>
        </pc:picChg>
      </pc:sldChg>
      <pc:sldChg chg="addSp delSp modSp new mod">
        <pc:chgData name="jaya shanker" userId="d761f79c20cafd6f" providerId="LiveId" clId="{B72BE1A4-00A7-42CC-AA1E-E471EF6CE213}" dt="2026-09-10T11:59:39.887" v="239" actId="1076"/>
        <pc:sldMkLst>
          <pc:docMk/>
          <pc:sldMk cId="3231670696" sldId="262"/>
        </pc:sldMkLst>
        <pc:spChg chg="del">
          <ac:chgData name="jaya shanker" userId="d761f79c20cafd6f" providerId="LiveId" clId="{B72BE1A4-00A7-42CC-AA1E-E471EF6CE213}" dt="2026-09-10T11:57:06.637" v="209" actId="21"/>
          <ac:spMkLst>
            <pc:docMk/>
            <pc:sldMk cId="3231670696" sldId="262"/>
            <ac:spMk id="2" creationId="{AED919E5-53FD-4FB3-B567-9648292B8F2C}"/>
          </ac:spMkLst>
        </pc:spChg>
        <pc:spChg chg="del">
          <ac:chgData name="jaya shanker" userId="d761f79c20cafd6f" providerId="LiveId" clId="{B72BE1A4-00A7-42CC-AA1E-E471EF6CE213}" dt="2026-09-10T11:57:08.778" v="210" actId="21"/>
          <ac:spMkLst>
            <pc:docMk/>
            <pc:sldMk cId="3231670696" sldId="262"/>
            <ac:spMk id="3" creationId="{853BEB1C-5E52-4013-8AE3-6B9169A0ED1E}"/>
          </ac:spMkLst>
        </pc:spChg>
        <pc:spChg chg="add del mod">
          <ac:chgData name="jaya shanker" userId="d761f79c20cafd6f" providerId="LiveId" clId="{B72BE1A4-00A7-42CC-AA1E-E471EF6CE213}" dt="2026-09-10T11:57:13.206" v="212" actId="21"/>
          <ac:spMkLst>
            <pc:docMk/>
            <pc:sldMk cId="3231670696" sldId="262"/>
            <ac:spMk id="4" creationId="{280DD7C9-3FBA-4F5B-A91F-3D1CE848025A}"/>
          </ac:spMkLst>
        </pc:spChg>
        <pc:spChg chg="add del mod">
          <ac:chgData name="jaya shanker" userId="d761f79c20cafd6f" providerId="LiveId" clId="{B72BE1A4-00A7-42CC-AA1E-E471EF6CE213}" dt="2026-09-10T11:58:25.287" v="223" actId="21"/>
          <ac:spMkLst>
            <pc:docMk/>
            <pc:sldMk cId="3231670696" sldId="262"/>
            <ac:spMk id="5" creationId="{6CC3EF48-E5DC-4EE8-80DB-B1F6EA511E17}"/>
          </ac:spMkLst>
        </pc:spChg>
        <pc:spChg chg="add mod">
          <ac:chgData name="jaya shanker" userId="d761f79c20cafd6f" providerId="LiveId" clId="{B72BE1A4-00A7-42CC-AA1E-E471EF6CE213}" dt="2026-09-10T11:59:07.377" v="232" actId="255"/>
          <ac:spMkLst>
            <pc:docMk/>
            <pc:sldMk cId="3231670696" sldId="262"/>
            <ac:spMk id="6" creationId="{61F4C2B5-0D18-43AB-8EA1-B44BDFEA8375}"/>
          </ac:spMkLst>
        </pc:spChg>
        <pc:spChg chg="add mod">
          <ac:chgData name="jaya shanker" userId="d761f79c20cafd6f" providerId="LiveId" clId="{B72BE1A4-00A7-42CC-AA1E-E471EF6CE213}" dt="2026-09-10T11:59:12.438" v="233" actId="1076"/>
          <ac:spMkLst>
            <pc:docMk/>
            <pc:sldMk cId="3231670696" sldId="262"/>
            <ac:spMk id="7" creationId="{00542046-C543-4EA2-9531-F4ADEA44E854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8" creationId="{38CB3FA7-AA46-4E4B-98D6-F34D8EC1FFB1}"/>
          </ac:spMkLst>
        </pc:spChg>
        <pc:spChg chg="add mod">
          <ac:chgData name="jaya shanker" userId="d761f79c20cafd6f" providerId="LiveId" clId="{B72BE1A4-00A7-42CC-AA1E-E471EF6CE213}" dt="2026-09-10T11:58:37.878" v="225" actId="1076"/>
          <ac:spMkLst>
            <pc:docMk/>
            <pc:sldMk cId="3231670696" sldId="262"/>
            <ac:spMk id="9" creationId="{9C1EFF61-F7F2-4DA4-A837-D9B905727B64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10" creationId="{39352182-6AF4-4BE6-A4C0-BA28385B8003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11" creationId="{5FC048A1-FC95-41F1-A3C5-D54EDA960AF8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12" creationId="{AD79FB4B-25E8-405A-B46A-DCEC5A0EED1C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13" creationId="{0E310174-624A-4311-96EF-89A93D274A77}"/>
          </ac:spMkLst>
        </pc:spChg>
        <pc:spChg chg="add mod">
          <ac:chgData name="jaya shanker" userId="d761f79c20cafd6f" providerId="LiveId" clId="{B72BE1A4-00A7-42CC-AA1E-E471EF6CE213}" dt="2026-09-10T11:58:44.928" v="227" actId="1076"/>
          <ac:spMkLst>
            <pc:docMk/>
            <pc:sldMk cId="3231670696" sldId="262"/>
            <ac:spMk id="14" creationId="{D1D042DF-7C16-4ECE-B0DE-7325D1180B88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15" creationId="{C845A5E0-3257-4027-9C25-9A9966693669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16" creationId="{43258C03-6084-47AE-B848-C266B6F2B8D1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17" creationId="{1E162C7B-212B-4E13-8C81-85E54D23F94A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18" creationId="{D498CC73-0332-4D8E-A746-811BD3706ED8}"/>
          </ac:spMkLst>
        </pc:spChg>
        <pc:spChg chg="add mod">
          <ac:chgData name="jaya shanker" userId="d761f79c20cafd6f" providerId="LiveId" clId="{B72BE1A4-00A7-42CC-AA1E-E471EF6CE213}" dt="2026-09-10T11:58:42.183" v="226" actId="1076"/>
          <ac:spMkLst>
            <pc:docMk/>
            <pc:sldMk cId="3231670696" sldId="262"/>
            <ac:spMk id="19" creationId="{82CF2AC6-B6ED-4E8F-8D82-1AFC6373118B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20" creationId="{9C365785-8424-4241-9051-8D01DDA90511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21" creationId="{1DA8D072-7DE9-4858-A362-E8AB8AC2AC57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22" creationId="{13358C38-C6C6-486C-A064-6AAE888BBED2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23" creationId="{0973F680-37A8-49CA-A844-A8CF957DDB2A}"/>
          </ac:spMkLst>
        </pc:spChg>
        <pc:spChg chg="add mod">
          <ac:chgData name="jaya shanker" userId="d761f79c20cafd6f" providerId="LiveId" clId="{B72BE1A4-00A7-42CC-AA1E-E471EF6CE213}" dt="2026-09-10T11:58:49.372" v="228" actId="1076"/>
          <ac:spMkLst>
            <pc:docMk/>
            <pc:sldMk cId="3231670696" sldId="262"/>
            <ac:spMk id="24" creationId="{2E3ADD55-28DE-405A-AD81-F479B59C1DCF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25" creationId="{7DA23B92-9C1D-4360-B9E3-5343C67EFA8E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26" creationId="{2A7F50BC-22CB-428C-AD1A-46738FA59606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27" creationId="{1CB22735-791B-47C2-8D08-15D171A18175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28" creationId="{830BDFF3-3E5A-4D29-9FAD-DC3C2D48821A}"/>
          </ac:spMkLst>
        </pc:spChg>
        <pc:spChg chg="add mod">
          <ac:chgData name="jaya shanker" userId="d761f79c20cafd6f" providerId="LiveId" clId="{B72BE1A4-00A7-42CC-AA1E-E471EF6CE213}" dt="2026-09-10T11:58:51.737" v="229" actId="1076"/>
          <ac:spMkLst>
            <pc:docMk/>
            <pc:sldMk cId="3231670696" sldId="262"/>
            <ac:spMk id="29" creationId="{513534BC-E30B-433D-B4D6-D88BEE0C235B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30" creationId="{185AB382-9FB2-4BF4-8533-A55D26993101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31" creationId="{E0D1B612-07FA-4DD7-8AB8-09E2170639F3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32" creationId="{6E9F86CB-2D3F-448F-B231-69AF5B861765}"/>
          </ac:spMkLst>
        </pc:spChg>
        <pc:spChg chg="add mod">
          <ac:chgData name="jaya shanker" userId="d761f79c20cafd6f" providerId="LiveId" clId="{B72BE1A4-00A7-42CC-AA1E-E471EF6CE213}" dt="2026-09-10T11:59:39.887" v="239" actId="1076"/>
          <ac:spMkLst>
            <pc:docMk/>
            <pc:sldMk cId="3231670696" sldId="262"/>
            <ac:spMk id="33" creationId="{8B9CC88F-E523-4ADB-8A7E-70143ACF5589}"/>
          </ac:spMkLst>
        </pc:spChg>
        <pc:spChg chg="add mod">
          <ac:chgData name="jaya shanker" userId="d761f79c20cafd6f" providerId="LiveId" clId="{B72BE1A4-00A7-42CC-AA1E-E471EF6CE213}" dt="2026-09-10T11:59:38.314" v="238" actId="1076"/>
          <ac:spMkLst>
            <pc:docMk/>
            <pc:sldMk cId="3231670696" sldId="262"/>
            <ac:spMk id="34" creationId="{B85937D0-6F9C-4A71-926A-8C44E8597713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35" creationId="{7D74FFB7-1F7F-48EC-AA94-32DE5C0A6868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36" creationId="{D8474474-D48F-4DAE-98AA-924EF1683A28}"/>
          </ac:spMkLst>
        </pc:spChg>
        <pc:spChg chg="add mod">
          <ac:chgData name="jaya shanker" userId="d761f79c20cafd6f" providerId="LiveId" clId="{B72BE1A4-00A7-42CC-AA1E-E471EF6CE213}" dt="2026-09-10T11:58:10.387" v="221" actId="255"/>
          <ac:spMkLst>
            <pc:docMk/>
            <pc:sldMk cId="3231670696" sldId="262"/>
            <ac:spMk id="37" creationId="{DD1FE9E8-AD66-43A2-9601-3CF6FDD55DA9}"/>
          </ac:spMkLst>
        </pc:spChg>
        <pc:spChg chg="add mod">
          <ac:chgData name="jaya shanker" userId="d761f79c20cafd6f" providerId="LiveId" clId="{B72BE1A4-00A7-42CC-AA1E-E471EF6CE213}" dt="2026-09-10T11:58:58.168" v="231" actId="1076"/>
          <ac:spMkLst>
            <pc:docMk/>
            <pc:sldMk cId="3231670696" sldId="262"/>
            <ac:spMk id="38" creationId="{0FEA18F1-0345-41BF-9464-7B244AC6420C}"/>
          </ac:spMkLst>
        </pc:spChg>
        <pc:spChg chg="add mod">
          <ac:chgData name="jaya shanker" userId="d761f79c20cafd6f" providerId="LiveId" clId="{B72BE1A4-00A7-42CC-AA1E-E471EF6CE213}" dt="2026-09-10T11:59:20.587" v="235" actId="1076"/>
          <ac:spMkLst>
            <pc:docMk/>
            <pc:sldMk cId="3231670696" sldId="262"/>
            <ac:spMk id="39" creationId="{40182E06-531B-4803-BFC1-A1B4AAE525C9}"/>
          </ac:spMkLst>
        </pc:spChg>
        <pc:spChg chg="add mod">
          <ac:chgData name="jaya shanker" userId="d761f79c20cafd6f" providerId="LiveId" clId="{B72BE1A4-00A7-42CC-AA1E-E471EF6CE213}" dt="2026-09-10T11:59:17.217" v="234" actId="1076"/>
          <ac:spMkLst>
            <pc:docMk/>
            <pc:sldMk cId="3231670696" sldId="262"/>
            <ac:spMk id="40" creationId="{017A815E-6F5F-43DA-8DC2-AA1625F51AE5}"/>
          </ac:spMkLst>
        </pc:spChg>
        <pc:spChg chg="add del mod">
          <ac:chgData name="jaya shanker" userId="d761f79c20cafd6f" providerId="LiveId" clId="{B72BE1A4-00A7-42CC-AA1E-E471EF6CE213}" dt="2026-09-10T11:57:31.040" v="215" actId="21"/>
          <ac:spMkLst>
            <pc:docMk/>
            <pc:sldMk cId="3231670696" sldId="262"/>
            <ac:spMk id="41" creationId="{1D318556-279B-43B7-9608-534B49BC74D1}"/>
          </ac:spMkLst>
        </pc:spChg>
        <pc:spChg chg="add del mod">
          <ac:chgData name="jaya shanker" userId="d761f79c20cafd6f" providerId="LiveId" clId="{B72BE1A4-00A7-42CC-AA1E-E471EF6CE213}" dt="2026-09-10T11:57:27.982" v="214" actId="21"/>
          <ac:spMkLst>
            <pc:docMk/>
            <pc:sldMk cId="3231670696" sldId="262"/>
            <ac:spMk id="42" creationId="{AC9E33BA-4595-4EFE-BB31-33D929894FED}"/>
          </ac:spMkLst>
        </pc:spChg>
      </pc:sldChg>
      <pc:sldChg chg="addSp delSp modSp new mod">
        <pc:chgData name="jaya shanker" userId="d761f79c20cafd6f" providerId="LiveId" clId="{B72BE1A4-00A7-42CC-AA1E-E471EF6CE213}" dt="2026-09-10T12:02:38.139" v="270" actId="1076"/>
        <pc:sldMkLst>
          <pc:docMk/>
          <pc:sldMk cId="2319669507" sldId="263"/>
        </pc:sldMkLst>
        <pc:spChg chg="del mod">
          <ac:chgData name="jaya shanker" userId="d761f79c20cafd6f" providerId="LiveId" clId="{B72BE1A4-00A7-42CC-AA1E-E471EF6CE213}" dt="2026-09-10T12:00:55.767" v="245" actId="21"/>
          <ac:spMkLst>
            <pc:docMk/>
            <pc:sldMk cId="2319669507" sldId="263"/>
            <ac:spMk id="2" creationId="{CF1FBC63-4958-463C-BC56-02112C87DDF0}"/>
          </ac:spMkLst>
        </pc:spChg>
        <pc:spChg chg="del">
          <ac:chgData name="jaya shanker" userId="d761f79c20cafd6f" providerId="LiveId" clId="{B72BE1A4-00A7-42CC-AA1E-E471EF6CE213}" dt="2026-09-10T12:00:58.707" v="246" actId="21"/>
          <ac:spMkLst>
            <pc:docMk/>
            <pc:sldMk cId="2319669507" sldId="263"/>
            <ac:spMk id="3" creationId="{6074F605-2D29-48BE-8696-4AD3F978355D}"/>
          </ac:spMkLst>
        </pc:spChg>
        <pc:spChg chg="add del mod">
          <ac:chgData name="jaya shanker" userId="d761f79c20cafd6f" providerId="LiveId" clId="{B72BE1A4-00A7-42CC-AA1E-E471EF6CE213}" dt="2026-09-10T12:01:03.477" v="248" actId="21"/>
          <ac:spMkLst>
            <pc:docMk/>
            <pc:sldMk cId="2319669507" sldId="263"/>
            <ac:spMk id="4" creationId="{682F5D0B-FEBE-45C9-A11A-10BDAD5ADD92}"/>
          </ac:spMkLst>
        </pc:spChg>
        <pc:spChg chg="add del mod">
          <ac:chgData name="jaya shanker" userId="d761f79c20cafd6f" providerId="LiveId" clId="{B72BE1A4-00A7-42CC-AA1E-E471EF6CE213}" dt="2026-09-10T12:01:22.037" v="253" actId="21"/>
          <ac:spMkLst>
            <pc:docMk/>
            <pc:sldMk cId="2319669507" sldId="263"/>
            <ac:spMk id="5" creationId="{92597902-CD9C-4A4E-8D15-77B7790CE580}"/>
          </ac:spMkLst>
        </pc:spChg>
        <pc:spChg chg="add mod">
          <ac:chgData name="jaya shanker" userId="d761f79c20cafd6f" providerId="LiveId" clId="{B72BE1A4-00A7-42CC-AA1E-E471EF6CE213}" dt="2026-09-10T12:01:58.449" v="264" actId="20577"/>
          <ac:spMkLst>
            <pc:docMk/>
            <pc:sldMk cId="2319669507" sldId="263"/>
            <ac:spMk id="6" creationId="{D8E070E1-E9D6-40F8-9DBD-A861D2ED38D4}"/>
          </ac:spMkLst>
        </pc:spChg>
        <pc:spChg chg="add mod">
          <ac:chgData name="jaya shanker" userId="d761f79c20cafd6f" providerId="LiveId" clId="{B72BE1A4-00A7-42CC-AA1E-E471EF6CE213}" dt="2026-09-10T12:02:08.162" v="266" actId="255"/>
          <ac:spMkLst>
            <pc:docMk/>
            <pc:sldMk cId="2319669507" sldId="263"/>
            <ac:spMk id="7" creationId="{F7F54D59-F528-48BA-955A-395594665B9E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8" creationId="{FF7677F5-0D86-4B2F-97CF-B839B8D40413}"/>
          </ac:spMkLst>
        </pc:spChg>
        <pc:spChg chg="add mod">
          <ac:chgData name="jaya shanker" userId="d761f79c20cafd6f" providerId="LiveId" clId="{B72BE1A4-00A7-42CC-AA1E-E471EF6CE213}" dt="2026-09-10T12:02:38.139" v="270" actId="1076"/>
          <ac:spMkLst>
            <pc:docMk/>
            <pc:sldMk cId="2319669507" sldId="263"/>
            <ac:spMk id="9" creationId="{148449BC-5CE9-4BEF-A8ED-F3268233D2A9}"/>
          </ac:spMkLst>
        </pc:spChg>
        <pc:spChg chg="add mod">
          <ac:chgData name="jaya shanker" userId="d761f79c20cafd6f" providerId="LiveId" clId="{B72BE1A4-00A7-42CC-AA1E-E471EF6CE213}" dt="2026-09-10T12:02:26.327" v="269" actId="207"/>
          <ac:spMkLst>
            <pc:docMk/>
            <pc:sldMk cId="2319669507" sldId="263"/>
            <ac:spMk id="10" creationId="{ABF4B19A-524D-486B-8961-9CF8C086B772}"/>
          </ac:spMkLst>
        </pc:spChg>
        <pc:spChg chg="add mod">
          <ac:chgData name="jaya shanker" userId="d761f79c20cafd6f" providerId="LiveId" clId="{B72BE1A4-00A7-42CC-AA1E-E471EF6CE213}" dt="2026-09-10T12:02:22.051" v="268" actId="207"/>
          <ac:spMkLst>
            <pc:docMk/>
            <pc:sldMk cId="2319669507" sldId="263"/>
            <ac:spMk id="11" creationId="{1ABE80D5-B470-44D5-B52D-C02B170FD876}"/>
          </ac:spMkLst>
        </pc:spChg>
        <pc:spChg chg="add mod">
          <ac:chgData name="jaya shanker" userId="d761f79c20cafd6f" providerId="LiveId" clId="{B72BE1A4-00A7-42CC-AA1E-E471EF6CE213}" dt="2026-09-10T12:02:14.508" v="267" actId="207"/>
          <ac:spMkLst>
            <pc:docMk/>
            <pc:sldMk cId="2319669507" sldId="263"/>
            <ac:spMk id="12" creationId="{6E7A6C06-97A9-4148-BF83-72C6D3646293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13" creationId="{1D719379-3A6D-46F3-B763-77CC01F0AB38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14" creationId="{3F8D5DB1-9D45-4C2D-B9DB-5344A3B12232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15" creationId="{8D9B9CD1-3687-4A64-A18F-0C0907683BBF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16" creationId="{891C2024-FC25-4D9D-9BBC-523FD9E7E2C4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17" creationId="{12F718AD-525E-4FEF-91E5-CAFA33F88719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18" creationId="{8674FEB2-B340-49C9-ABFE-C44126EE9D68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19" creationId="{C219AEF1-5A4C-4ACB-BCA9-AC86955C8BA3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20" creationId="{612207F7-9306-46BD-B9B4-4ED48A884024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21" creationId="{824BA10A-C374-49B4-ADFC-66458C57EF21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22" creationId="{DE5B4E82-847B-4923-8B9B-A67C1EA95F9A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23" creationId="{53C17842-8D11-4EA6-92BC-5268D740A24F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24" creationId="{B9E4C591-FB8E-4AE2-BC67-347C5C022BEB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25" creationId="{1C9B1648-D6CD-4953-A6B8-5FEC83799048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26" creationId="{797F7AF2-7814-4B65-B196-4B833C9BBB0F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27" creationId="{26DE35EF-9DE3-45D9-8E46-6C3691D3924D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28" creationId="{6957D016-396D-4216-A455-48EE18097C71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29" creationId="{531524FE-FA2C-4767-8BB9-E6007A6D5CC0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30" creationId="{215BB5E4-7F32-4B1A-AA6E-B8821BD6C6A3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31" creationId="{E69E2F9F-808F-4E90-98AA-F200A99755B6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32" creationId="{08929A0C-3330-4EEB-9C66-5ABB6A2009F0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33" creationId="{083F2DB4-4778-4FB2-91F3-9C43D091A1F1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34" creationId="{6D1E505F-06A2-4586-891D-972DDBB9AA83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35" creationId="{8B40285E-01FA-48F5-BCB2-942BFD3BE2EA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36" creationId="{4DCF6042-CED1-44F5-B8B3-624C286F4895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37" creationId="{BC62B82D-A44D-48FC-907C-6B002F0570A4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38" creationId="{8C575096-B4D5-4F9B-B083-764B4327D0F3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39" creationId="{36ABD52E-18CA-4DE2-BE70-5E460676AE0E}"/>
          </ac:spMkLst>
        </pc:spChg>
        <pc:spChg chg="add mod">
          <ac:chgData name="jaya shanker" userId="d761f79c20cafd6f" providerId="LiveId" clId="{B72BE1A4-00A7-42CC-AA1E-E471EF6CE213}" dt="2026-09-10T12:01:45.366" v="260" actId="255"/>
          <ac:spMkLst>
            <pc:docMk/>
            <pc:sldMk cId="2319669507" sldId="263"/>
            <ac:spMk id="40" creationId="{9B661078-C308-4B9C-8FC9-EE6CF7702347}"/>
          </ac:spMkLst>
        </pc:spChg>
        <pc:spChg chg="add del mod">
          <ac:chgData name="jaya shanker" userId="d761f79c20cafd6f" providerId="LiveId" clId="{B72BE1A4-00A7-42CC-AA1E-E471EF6CE213}" dt="2026-09-10T12:01:18.535" v="251" actId="21"/>
          <ac:spMkLst>
            <pc:docMk/>
            <pc:sldMk cId="2319669507" sldId="263"/>
            <ac:spMk id="41" creationId="{5D842667-A320-4ACD-83A6-C4D59D1E453F}"/>
          </ac:spMkLst>
        </pc:spChg>
        <pc:spChg chg="add del mod">
          <ac:chgData name="jaya shanker" userId="d761f79c20cafd6f" providerId="LiveId" clId="{B72BE1A4-00A7-42CC-AA1E-E471EF6CE213}" dt="2026-09-10T12:01:15.748" v="250" actId="21"/>
          <ac:spMkLst>
            <pc:docMk/>
            <pc:sldMk cId="2319669507" sldId="263"/>
            <ac:spMk id="42" creationId="{7132BD74-9104-4B52-A523-BDD0661C0F5D}"/>
          </ac:spMkLst>
        </pc:spChg>
      </pc:sldChg>
      <pc:sldChg chg="addSp delSp modSp new mod">
        <pc:chgData name="jaya shanker" userId="d761f79c20cafd6f" providerId="LiveId" clId="{B72BE1A4-00A7-42CC-AA1E-E471EF6CE213}" dt="2026-09-10T12:41:40.782" v="613" actId="1076"/>
        <pc:sldMkLst>
          <pc:docMk/>
          <pc:sldMk cId="3536773203" sldId="264"/>
        </pc:sldMkLst>
        <pc:spChg chg="del mod">
          <ac:chgData name="jaya shanker" userId="d761f79c20cafd6f" providerId="LiveId" clId="{B72BE1A4-00A7-42CC-AA1E-E471EF6CE213}" dt="2026-09-10T12:08:58.202" v="276" actId="21"/>
          <ac:spMkLst>
            <pc:docMk/>
            <pc:sldMk cId="3536773203" sldId="264"/>
            <ac:spMk id="2" creationId="{3D2144F4-BEE3-4A48-8082-F23256C5C91F}"/>
          </ac:spMkLst>
        </pc:spChg>
        <pc:spChg chg="del mod">
          <ac:chgData name="jaya shanker" userId="d761f79c20cafd6f" providerId="LiveId" clId="{B72BE1A4-00A7-42CC-AA1E-E471EF6CE213}" dt="2026-09-10T12:08:52.161" v="275" actId="21"/>
          <ac:spMkLst>
            <pc:docMk/>
            <pc:sldMk cId="3536773203" sldId="264"/>
            <ac:spMk id="3" creationId="{291380B8-CA8F-4975-8D66-F607425C004B}"/>
          </ac:spMkLst>
        </pc:spChg>
        <pc:spChg chg="add del mod">
          <ac:chgData name="jaya shanker" userId="d761f79c20cafd6f" providerId="LiveId" clId="{B72BE1A4-00A7-42CC-AA1E-E471EF6CE213}" dt="2026-09-10T12:09:04.902" v="278" actId="21"/>
          <ac:spMkLst>
            <pc:docMk/>
            <pc:sldMk cId="3536773203" sldId="264"/>
            <ac:spMk id="4" creationId="{9E144523-9484-4DB8-BAC3-60B45E584649}"/>
          </ac:spMkLst>
        </pc:spChg>
        <pc:spChg chg="add mod">
          <ac:chgData name="jaya shanker" userId="d761f79c20cafd6f" providerId="LiveId" clId="{B72BE1A4-00A7-42CC-AA1E-E471EF6CE213}" dt="2026-09-10T12:41:40.782" v="613" actId="1076"/>
          <ac:spMkLst>
            <pc:docMk/>
            <pc:sldMk cId="3536773203" sldId="264"/>
            <ac:spMk id="5" creationId="{6CBCF720-0A17-433B-A180-36A75263F78D}"/>
          </ac:spMkLst>
        </pc:spChg>
        <pc:spChg chg="add del mod">
          <ac:chgData name="jaya shanker" userId="d761f79c20cafd6f" providerId="LiveId" clId="{B72BE1A4-00A7-42CC-AA1E-E471EF6CE213}" dt="2026-09-10T12:16:37.225" v="342" actId="21"/>
          <ac:spMkLst>
            <pc:docMk/>
            <pc:sldMk cId="3536773203" sldId="264"/>
            <ac:spMk id="6" creationId="{AA8E163F-9344-4604-8398-4F8F443451BB}"/>
          </ac:spMkLst>
        </pc:spChg>
        <pc:spChg chg="add mod">
          <ac:chgData name="jaya shanker" userId="d761f79c20cafd6f" providerId="LiveId" clId="{B72BE1A4-00A7-42CC-AA1E-E471EF6CE213}" dt="2026-09-10T12:09:59.703" v="290" actId="255"/>
          <ac:spMkLst>
            <pc:docMk/>
            <pc:sldMk cId="3536773203" sldId="264"/>
            <ac:spMk id="7" creationId="{09F8E7EF-824B-4F85-AD65-DA0277FA84C3}"/>
          </ac:spMkLst>
        </pc:spChg>
        <pc:spChg chg="add del mod">
          <ac:chgData name="jaya shanker" userId="d761f79c20cafd6f" providerId="LiveId" clId="{B72BE1A4-00A7-42CC-AA1E-E471EF6CE213}" dt="2026-09-10T12:10:13.112" v="293" actId="21"/>
          <ac:spMkLst>
            <pc:docMk/>
            <pc:sldMk cId="3536773203" sldId="264"/>
            <ac:spMk id="8" creationId="{1770311C-4713-4037-B9C3-11A72FE10353}"/>
          </ac:spMkLst>
        </pc:spChg>
        <pc:spChg chg="add del mod">
          <ac:chgData name="jaya shanker" userId="d761f79c20cafd6f" providerId="LiveId" clId="{B72BE1A4-00A7-42CC-AA1E-E471EF6CE213}" dt="2026-09-10T12:10:45.229" v="295" actId="21"/>
          <ac:spMkLst>
            <pc:docMk/>
            <pc:sldMk cId="3536773203" sldId="264"/>
            <ac:spMk id="9" creationId="{CDA20AD1-7798-484F-A010-33AE20A17B72}"/>
          </ac:spMkLst>
        </pc:spChg>
        <pc:spChg chg="add del mod">
          <ac:chgData name="jaya shanker" userId="d761f79c20cafd6f" providerId="LiveId" clId="{B72BE1A4-00A7-42CC-AA1E-E471EF6CE213}" dt="2026-09-10T12:10:16.503" v="294" actId="21"/>
          <ac:spMkLst>
            <pc:docMk/>
            <pc:sldMk cId="3536773203" sldId="264"/>
            <ac:spMk id="10" creationId="{B25F1456-340E-415E-9300-E8D659AA1559}"/>
          </ac:spMkLst>
        </pc:spChg>
        <pc:spChg chg="add del mod">
          <ac:chgData name="jaya shanker" userId="d761f79c20cafd6f" providerId="LiveId" clId="{B72BE1A4-00A7-42CC-AA1E-E471EF6CE213}" dt="2026-09-10T12:10:48.539" v="296" actId="21"/>
          <ac:spMkLst>
            <pc:docMk/>
            <pc:sldMk cId="3536773203" sldId="264"/>
            <ac:spMk id="11" creationId="{57119B28-4BEF-4C56-B0C1-3C6E67FE7E0B}"/>
          </ac:spMkLst>
        </pc:spChg>
        <pc:spChg chg="add del mod">
          <ac:chgData name="jaya shanker" userId="d761f79c20cafd6f" providerId="LiveId" clId="{B72BE1A4-00A7-42CC-AA1E-E471EF6CE213}" dt="2026-09-10T12:10:57.361" v="298" actId="21"/>
          <ac:spMkLst>
            <pc:docMk/>
            <pc:sldMk cId="3536773203" sldId="264"/>
            <ac:spMk id="12" creationId="{6C216077-E4E5-4B4C-95E7-F6145C1789BC}"/>
          </ac:spMkLst>
        </pc:spChg>
        <pc:spChg chg="add del mod">
          <ac:chgData name="jaya shanker" userId="d761f79c20cafd6f" providerId="LiveId" clId="{B72BE1A4-00A7-42CC-AA1E-E471EF6CE213}" dt="2026-09-10T12:10:51.558" v="297" actId="21"/>
          <ac:spMkLst>
            <pc:docMk/>
            <pc:sldMk cId="3536773203" sldId="264"/>
            <ac:spMk id="13" creationId="{99024B90-2BA3-43C4-8FD4-2C5EF75E35C3}"/>
          </ac:spMkLst>
        </pc:spChg>
        <pc:spChg chg="add del mod">
          <ac:chgData name="jaya shanker" userId="d761f79c20cafd6f" providerId="LiveId" clId="{B72BE1A4-00A7-42CC-AA1E-E471EF6CE213}" dt="2026-09-10T12:11:00.987" v="299" actId="21"/>
          <ac:spMkLst>
            <pc:docMk/>
            <pc:sldMk cId="3536773203" sldId="264"/>
            <ac:spMk id="14" creationId="{204AA849-1560-41A1-AFAA-4CD0C9B8D1DD}"/>
          </ac:spMkLst>
        </pc:spChg>
        <pc:spChg chg="add del mod">
          <ac:chgData name="jaya shanker" userId="d761f79c20cafd6f" providerId="LiveId" clId="{B72BE1A4-00A7-42CC-AA1E-E471EF6CE213}" dt="2026-09-10T12:11:03.981" v="300" actId="21"/>
          <ac:spMkLst>
            <pc:docMk/>
            <pc:sldMk cId="3536773203" sldId="264"/>
            <ac:spMk id="15" creationId="{9D6D9544-4FC1-471B-89F0-82C25FA74FD8}"/>
          </ac:spMkLst>
        </pc:spChg>
        <pc:spChg chg="add del mod">
          <ac:chgData name="jaya shanker" userId="d761f79c20cafd6f" providerId="LiveId" clId="{B72BE1A4-00A7-42CC-AA1E-E471EF6CE213}" dt="2026-09-10T12:11:06.790" v="301" actId="21"/>
          <ac:spMkLst>
            <pc:docMk/>
            <pc:sldMk cId="3536773203" sldId="264"/>
            <ac:spMk id="16" creationId="{C96CB631-2AF1-43E6-8C3A-B040CFE6FE81}"/>
          </ac:spMkLst>
        </pc:spChg>
        <pc:spChg chg="add del mod">
          <ac:chgData name="jaya shanker" userId="d761f79c20cafd6f" providerId="LiveId" clId="{B72BE1A4-00A7-42CC-AA1E-E471EF6CE213}" dt="2026-09-10T12:11:10.014" v="302" actId="21"/>
          <ac:spMkLst>
            <pc:docMk/>
            <pc:sldMk cId="3536773203" sldId="264"/>
            <ac:spMk id="17" creationId="{C9851D83-C191-4BB1-9115-D7DEC3A8C646}"/>
          </ac:spMkLst>
        </pc:spChg>
        <pc:spChg chg="add del mod">
          <ac:chgData name="jaya shanker" userId="d761f79c20cafd6f" providerId="LiveId" clId="{B72BE1A4-00A7-42CC-AA1E-E471EF6CE213}" dt="2026-09-10T12:11:17.126" v="304" actId="21"/>
          <ac:spMkLst>
            <pc:docMk/>
            <pc:sldMk cId="3536773203" sldId="264"/>
            <ac:spMk id="18" creationId="{2E9C6A18-D0D1-4614-9702-4AD6B17E2C87}"/>
          </ac:spMkLst>
        </pc:spChg>
        <pc:spChg chg="add del mod">
          <ac:chgData name="jaya shanker" userId="d761f79c20cafd6f" providerId="LiveId" clId="{B72BE1A4-00A7-42CC-AA1E-E471EF6CE213}" dt="2026-09-10T12:11:13.310" v="303" actId="21"/>
          <ac:spMkLst>
            <pc:docMk/>
            <pc:sldMk cId="3536773203" sldId="264"/>
            <ac:spMk id="19" creationId="{17360A3D-661D-4A91-B2C6-AEB8D3233586}"/>
          </ac:spMkLst>
        </pc:spChg>
        <pc:spChg chg="add del mod">
          <ac:chgData name="jaya shanker" userId="d761f79c20cafd6f" providerId="LiveId" clId="{B72BE1A4-00A7-42CC-AA1E-E471EF6CE213}" dt="2026-09-10T12:11:20.961" v="305" actId="21"/>
          <ac:spMkLst>
            <pc:docMk/>
            <pc:sldMk cId="3536773203" sldId="264"/>
            <ac:spMk id="20" creationId="{21BE00AB-2346-4E21-BD2B-FEE2393783BF}"/>
          </ac:spMkLst>
        </pc:spChg>
        <pc:spChg chg="add del mod">
          <ac:chgData name="jaya shanker" userId="d761f79c20cafd6f" providerId="LiveId" clId="{B72BE1A4-00A7-42CC-AA1E-E471EF6CE213}" dt="2026-09-10T12:09:23.681" v="283" actId="21"/>
          <ac:spMkLst>
            <pc:docMk/>
            <pc:sldMk cId="3536773203" sldId="264"/>
            <ac:spMk id="21" creationId="{DD76FD73-6AD8-45DE-B1A8-3BB52AE62E4D}"/>
          </ac:spMkLst>
        </pc:spChg>
        <pc:spChg chg="add del mod">
          <ac:chgData name="jaya shanker" userId="d761f79c20cafd6f" providerId="LiveId" clId="{B72BE1A4-00A7-42CC-AA1E-E471EF6CE213}" dt="2026-09-10T12:09:17.575" v="282" actId="21"/>
          <ac:spMkLst>
            <pc:docMk/>
            <pc:sldMk cId="3536773203" sldId="264"/>
            <ac:spMk id="22" creationId="{AB3DB54B-B5C4-4615-A71C-FA67FE4CAF92}"/>
          </ac:spMkLst>
        </pc:spChg>
        <pc:spChg chg="add mod">
          <ac:chgData name="jaya shanker" userId="d761f79c20cafd6f" providerId="LiveId" clId="{B72BE1A4-00A7-42CC-AA1E-E471EF6CE213}" dt="2026-09-10T12:17:42.168" v="359" actId="14100"/>
          <ac:spMkLst>
            <pc:docMk/>
            <pc:sldMk cId="3536773203" sldId="264"/>
            <ac:spMk id="23" creationId="{5EC3E0CD-1528-4501-872C-62D6F17B54F8}"/>
          </ac:spMkLst>
        </pc:spChg>
        <pc:picChg chg="add mod">
          <ac:chgData name="jaya shanker" userId="d761f79c20cafd6f" providerId="LiveId" clId="{B72BE1A4-00A7-42CC-AA1E-E471EF6CE213}" dt="2026-09-10T12:18:04.717" v="362" actId="14861"/>
          <ac:picMkLst>
            <pc:docMk/>
            <pc:sldMk cId="3536773203" sldId="264"/>
            <ac:picMk id="25" creationId="{F76F768B-627E-4458-831B-9CB8C2A3CC90}"/>
          </ac:picMkLst>
        </pc:picChg>
      </pc:sldChg>
      <pc:sldChg chg="addSp delSp modSp new mod">
        <pc:chgData name="jaya shanker" userId="d761f79c20cafd6f" providerId="LiveId" clId="{B72BE1A4-00A7-42CC-AA1E-E471EF6CE213}" dt="2026-09-10T12:41:49.732" v="614" actId="207"/>
        <pc:sldMkLst>
          <pc:docMk/>
          <pc:sldMk cId="2281249467" sldId="265"/>
        </pc:sldMkLst>
        <pc:spChg chg="del">
          <ac:chgData name="jaya shanker" userId="d761f79c20cafd6f" providerId="LiveId" clId="{B72BE1A4-00A7-42CC-AA1E-E471EF6CE213}" dt="2026-09-10T12:14:00.710" v="322" actId="21"/>
          <ac:spMkLst>
            <pc:docMk/>
            <pc:sldMk cId="2281249467" sldId="265"/>
            <ac:spMk id="2" creationId="{9229CC2C-D305-4BBF-B217-C57332F3174C}"/>
          </ac:spMkLst>
        </pc:spChg>
        <pc:spChg chg="del">
          <ac:chgData name="jaya shanker" userId="d761f79c20cafd6f" providerId="LiveId" clId="{B72BE1A4-00A7-42CC-AA1E-E471EF6CE213}" dt="2026-09-10T12:14:04.045" v="323" actId="21"/>
          <ac:spMkLst>
            <pc:docMk/>
            <pc:sldMk cId="2281249467" sldId="265"/>
            <ac:spMk id="3" creationId="{01C50C85-165B-46A9-ACD4-569177D57E46}"/>
          </ac:spMkLst>
        </pc:spChg>
        <pc:spChg chg="add del mod">
          <ac:chgData name="jaya shanker" userId="d761f79c20cafd6f" providerId="LiveId" clId="{B72BE1A4-00A7-42CC-AA1E-E471EF6CE213}" dt="2026-09-10T12:14:22.544" v="327" actId="21"/>
          <ac:spMkLst>
            <pc:docMk/>
            <pc:sldMk cId="2281249467" sldId="265"/>
            <ac:spMk id="4" creationId="{19744C0E-6D69-4B3C-96CA-00CD8BE3CD53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5" creationId="{0D45F21C-D732-44C5-9C07-9AF2BC1C3E98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6" creationId="{0FB65AC0-316A-498C-8487-9D03DECCB26A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7" creationId="{7D0DB213-279E-45C5-BE3D-AF0AFA151034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8" creationId="{CCE26E72-AC33-4038-A4E9-DC64A69F602E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9" creationId="{2065048B-C5DF-44B3-B7DE-446CBD6C582A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10" creationId="{527932E3-E097-40FF-BD38-43EF40638CB0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11" creationId="{F149CD72-260D-41C4-A4AC-3E730D09E596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12" creationId="{70A41543-70A4-4B17-873E-D1056461EB35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13" creationId="{5D1FDA6D-6D34-4D97-A59C-71426AC11030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14" creationId="{B06940FC-6916-4498-AF9C-26426424FB74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15" creationId="{9CF3866C-8ED4-40D6-944E-F9456E3DE950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16" creationId="{2FC320F8-A7B6-4AAC-A5F4-ABC6D61FD6F2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17" creationId="{AC1EB1CA-397B-4062-8F3D-FC84A16BF99B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18" creationId="{38E16996-421A-4DD2-9D6D-51FA3A23CDD9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19" creationId="{5BB94ED0-4BBE-4F88-AD63-D8B5B67D11C8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20" creationId="{AAF53322-DCD4-41B4-AF38-98D0FB9B3610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21" creationId="{148734A0-B823-4449-B71D-B48D729E2266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22" creationId="{DA8FB3B4-2282-4DDB-88A9-B9A08D5273E0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23" creationId="{4D274048-21E5-482D-81ED-195F26507240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24" creationId="{F0A1565E-4605-4271-A14D-1C886B7037F7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25" creationId="{181AE6EF-D4CC-4CCC-899A-D174186D4909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26" creationId="{C185A199-04ED-488C-9CFB-B2E749EBA2CB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27" creationId="{78DC933F-B0D1-4C7D-B00A-A9319E1B5EC7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28" creationId="{E080A917-FBAA-4EAD-B5C0-2B5F39AFEA20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29" creationId="{097ADB87-B9D6-46FC-95B4-52CC4A0566CF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30" creationId="{1939CBF8-B6F2-4B32-BE7B-9BF10CA926C9}"/>
          </ac:spMkLst>
        </pc:spChg>
        <pc:spChg chg="add mod">
          <ac:chgData name="jaya shanker" userId="d761f79c20cafd6f" providerId="LiveId" clId="{B72BE1A4-00A7-42CC-AA1E-E471EF6CE213}" dt="2026-09-10T12:41:49.732" v="614" actId="207"/>
          <ac:spMkLst>
            <pc:docMk/>
            <pc:sldMk cId="2281249467" sldId="265"/>
            <ac:spMk id="31" creationId="{C4619E47-16E0-4226-AF1B-397217F404E6}"/>
          </ac:spMkLst>
        </pc:spChg>
        <pc:spChg chg="add del mod">
          <ac:chgData name="jaya shanker" userId="d761f79c20cafd6f" providerId="LiveId" clId="{B72BE1A4-00A7-42CC-AA1E-E471EF6CE213}" dt="2026-09-10T12:14:30.487" v="328" actId="21"/>
          <ac:spMkLst>
            <pc:docMk/>
            <pc:sldMk cId="2281249467" sldId="265"/>
            <ac:spMk id="32" creationId="{7ECFD7CC-D97C-4390-BA4C-15F3A630D4A6}"/>
          </ac:spMkLst>
        </pc:spChg>
        <pc:spChg chg="add del mod">
          <ac:chgData name="jaya shanker" userId="d761f79c20cafd6f" providerId="LiveId" clId="{B72BE1A4-00A7-42CC-AA1E-E471EF6CE213}" dt="2026-09-10T12:14:35.779" v="330" actId="21"/>
          <ac:spMkLst>
            <pc:docMk/>
            <pc:sldMk cId="2281249467" sldId="265"/>
            <ac:spMk id="33" creationId="{05911486-5131-46C6-9A34-9B3A6FC77B27}"/>
          </ac:spMkLst>
        </pc:spChg>
        <pc:spChg chg="add del mod">
          <ac:chgData name="jaya shanker" userId="d761f79c20cafd6f" providerId="LiveId" clId="{B72BE1A4-00A7-42CC-AA1E-E471EF6CE213}" dt="2026-09-10T12:14:33.082" v="329" actId="21"/>
          <ac:spMkLst>
            <pc:docMk/>
            <pc:sldMk cId="2281249467" sldId="265"/>
            <ac:spMk id="34" creationId="{B64B25A4-55B3-47D9-BB4A-BABB0895DD7F}"/>
          </ac:spMkLst>
        </pc:spChg>
      </pc:sldChg>
      <pc:sldChg chg="addSp delSp modSp new mod">
        <pc:chgData name="jaya shanker" userId="d761f79c20cafd6f" providerId="LiveId" clId="{B72BE1A4-00A7-42CC-AA1E-E471EF6CE213}" dt="2026-09-10T12:20:19.312" v="389" actId="20577"/>
        <pc:sldMkLst>
          <pc:docMk/>
          <pc:sldMk cId="2955768844" sldId="266"/>
        </pc:sldMkLst>
        <pc:spChg chg="del">
          <ac:chgData name="jaya shanker" userId="d761f79c20cafd6f" providerId="LiveId" clId="{B72BE1A4-00A7-42CC-AA1E-E471EF6CE213}" dt="2026-09-10T12:16:00.865" v="339" actId="21"/>
          <ac:spMkLst>
            <pc:docMk/>
            <pc:sldMk cId="2955768844" sldId="266"/>
            <ac:spMk id="2" creationId="{63B307F1-CF9D-42FD-AFFF-170AE3B383E9}"/>
          </ac:spMkLst>
        </pc:spChg>
        <pc:spChg chg="del mod">
          <ac:chgData name="jaya shanker" userId="d761f79c20cafd6f" providerId="LiveId" clId="{B72BE1A4-00A7-42CC-AA1E-E471EF6CE213}" dt="2026-09-10T12:16:04.739" v="341" actId="21"/>
          <ac:spMkLst>
            <pc:docMk/>
            <pc:sldMk cId="2955768844" sldId="266"/>
            <ac:spMk id="3" creationId="{3E2EE49F-016D-4815-BFA8-68632E470549}"/>
          </ac:spMkLst>
        </pc:spChg>
        <pc:spChg chg="add del mod">
          <ac:chgData name="jaya shanker" userId="d761f79c20cafd6f" providerId="LiveId" clId="{B72BE1A4-00A7-42CC-AA1E-E471EF6CE213}" dt="2026-09-10T12:18:29.251" v="365" actId="21"/>
          <ac:spMkLst>
            <pc:docMk/>
            <pc:sldMk cId="2955768844" sldId="266"/>
            <ac:spMk id="4" creationId="{F03B6618-8247-4A7D-84E4-8144A2DA0E0D}"/>
          </ac:spMkLst>
        </pc:spChg>
        <pc:spChg chg="add mod">
          <ac:chgData name="jaya shanker" userId="d761f79c20cafd6f" providerId="LiveId" clId="{B72BE1A4-00A7-42CC-AA1E-E471EF6CE213}" dt="2026-09-10T12:18:56.396" v="370" actId="255"/>
          <ac:spMkLst>
            <pc:docMk/>
            <pc:sldMk cId="2955768844" sldId="266"/>
            <ac:spMk id="5" creationId="{9B4D7084-85F8-448C-8798-ACBF75164DDE}"/>
          </ac:spMkLst>
        </pc:spChg>
        <pc:spChg chg="add mod">
          <ac:chgData name="jaya shanker" userId="d761f79c20cafd6f" providerId="LiveId" clId="{B72BE1A4-00A7-42CC-AA1E-E471EF6CE213}" dt="2026-09-10T12:18:40.595" v="367" actId="255"/>
          <ac:spMkLst>
            <pc:docMk/>
            <pc:sldMk cId="2955768844" sldId="266"/>
            <ac:spMk id="6" creationId="{A6F6F432-295B-4B4F-AABF-60E9B6F47FEE}"/>
          </ac:spMkLst>
        </pc:spChg>
        <pc:spChg chg="add mod">
          <ac:chgData name="jaya shanker" userId="d761f79c20cafd6f" providerId="LiveId" clId="{B72BE1A4-00A7-42CC-AA1E-E471EF6CE213}" dt="2026-09-10T12:18:40.595" v="367" actId="255"/>
          <ac:spMkLst>
            <pc:docMk/>
            <pc:sldMk cId="2955768844" sldId="266"/>
            <ac:spMk id="7" creationId="{B8155D54-DC34-4C71-A8C0-6060C1B08D24}"/>
          </ac:spMkLst>
        </pc:spChg>
        <pc:spChg chg="add mod">
          <ac:chgData name="jaya shanker" userId="d761f79c20cafd6f" providerId="LiveId" clId="{B72BE1A4-00A7-42CC-AA1E-E471EF6CE213}" dt="2026-09-10T12:20:06.598" v="387" actId="1076"/>
          <ac:spMkLst>
            <pc:docMk/>
            <pc:sldMk cId="2955768844" sldId="266"/>
            <ac:spMk id="8" creationId="{208FB863-B506-43C9-BABF-AF51A4A95C84}"/>
          </ac:spMkLst>
        </pc:spChg>
        <pc:spChg chg="add mod">
          <ac:chgData name="jaya shanker" userId="d761f79c20cafd6f" providerId="LiveId" clId="{B72BE1A4-00A7-42CC-AA1E-E471EF6CE213}" dt="2026-09-10T12:20:19.312" v="389" actId="20577"/>
          <ac:spMkLst>
            <pc:docMk/>
            <pc:sldMk cId="2955768844" sldId="266"/>
            <ac:spMk id="9" creationId="{869B626B-0495-4A89-8570-3ADAA15B0A07}"/>
          </ac:spMkLst>
        </pc:spChg>
        <pc:spChg chg="add mod">
          <ac:chgData name="jaya shanker" userId="d761f79c20cafd6f" providerId="LiveId" clId="{B72BE1A4-00A7-42CC-AA1E-E471EF6CE213}" dt="2026-09-10T12:20:13.893" v="388" actId="1076"/>
          <ac:spMkLst>
            <pc:docMk/>
            <pc:sldMk cId="2955768844" sldId="266"/>
            <ac:spMk id="10" creationId="{386F983C-67CF-425C-ABCC-8A4A5C8C9390}"/>
          </ac:spMkLst>
        </pc:spChg>
        <pc:spChg chg="add mod">
          <ac:chgData name="jaya shanker" userId="d761f79c20cafd6f" providerId="LiveId" clId="{B72BE1A4-00A7-42CC-AA1E-E471EF6CE213}" dt="2026-09-10T12:19:51.787" v="383" actId="1076"/>
          <ac:spMkLst>
            <pc:docMk/>
            <pc:sldMk cId="2955768844" sldId="266"/>
            <ac:spMk id="11" creationId="{82626D0B-8F74-4A3A-BA99-201E8F5084DF}"/>
          </ac:spMkLst>
        </pc:spChg>
        <pc:spChg chg="add mod">
          <ac:chgData name="jaya shanker" userId="d761f79c20cafd6f" providerId="LiveId" clId="{B72BE1A4-00A7-42CC-AA1E-E471EF6CE213}" dt="2026-09-10T12:18:40.595" v="367" actId="255"/>
          <ac:spMkLst>
            <pc:docMk/>
            <pc:sldMk cId="2955768844" sldId="266"/>
            <ac:spMk id="12" creationId="{FA94C7CE-9CB8-4E29-B273-39D46E433228}"/>
          </ac:spMkLst>
        </pc:spChg>
        <pc:spChg chg="add mod">
          <ac:chgData name="jaya shanker" userId="d761f79c20cafd6f" providerId="LiveId" clId="{B72BE1A4-00A7-42CC-AA1E-E471EF6CE213}" dt="2026-09-10T12:18:40.595" v="367" actId="255"/>
          <ac:spMkLst>
            <pc:docMk/>
            <pc:sldMk cId="2955768844" sldId="266"/>
            <ac:spMk id="13" creationId="{56EE1967-2158-4DC1-A2A5-A5E2691F560D}"/>
          </ac:spMkLst>
        </pc:spChg>
        <pc:spChg chg="add mod">
          <ac:chgData name="jaya shanker" userId="d761f79c20cafd6f" providerId="LiveId" clId="{B72BE1A4-00A7-42CC-AA1E-E471EF6CE213}" dt="2026-09-10T12:19:40.009" v="380" actId="1076"/>
          <ac:spMkLst>
            <pc:docMk/>
            <pc:sldMk cId="2955768844" sldId="266"/>
            <ac:spMk id="14" creationId="{B8132F02-ACCD-40E0-9EE5-191C301BC4C3}"/>
          </ac:spMkLst>
        </pc:spChg>
        <pc:spChg chg="add mod">
          <ac:chgData name="jaya shanker" userId="d761f79c20cafd6f" providerId="LiveId" clId="{B72BE1A4-00A7-42CC-AA1E-E471EF6CE213}" dt="2026-09-10T12:19:43.194" v="381" actId="1076"/>
          <ac:spMkLst>
            <pc:docMk/>
            <pc:sldMk cId="2955768844" sldId="266"/>
            <ac:spMk id="15" creationId="{D9D743A0-A8CD-4A66-BA8A-06DA6E7C0D21}"/>
          </ac:spMkLst>
        </pc:spChg>
        <pc:spChg chg="add mod">
          <ac:chgData name="jaya shanker" userId="d761f79c20cafd6f" providerId="LiveId" clId="{B72BE1A4-00A7-42CC-AA1E-E471EF6CE213}" dt="2026-09-10T12:19:46.539" v="382" actId="1076"/>
          <ac:spMkLst>
            <pc:docMk/>
            <pc:sldMk cId="2955768844" sldId="266"/>
            <ac:spMk id="16" creationId="{DF567AD9-3F0D-4000-A1A9-42C255496EBC}"/>
          </ac:spMkLst>
        </pc:spChg>
        <pc:spChg chg="add mod">
          <ac:chgData name="jaya shanker" userId="d761f79c20cafd6f" providerId="LiveId" clId="{B72BE1A4-00A7-42CC-AA1E-E471EF6CE213}" dt="2026-09-10T12:19:24.432" v="374" actId="1076"/>
          <ac:spMkLst>
            <pc:docMk/>
            <pc:sldMk cId="2955768844" sldId="266"/>
            <ac:spMk id="17" creationId="{B6DC7876-7CF1-40AD-84AE-ADEE4A87C914}"/>
          </ac:spMkLst>
        </pc:spChg>
        <pc:spChg chg="add mod">
          <ac:chgData name="jaya shanker" userId="d761f79c20cafd6f" providerId="LiveId" clId="{B72BE1A4-00A7-42CC-AA1E-E471EF6CE213}" dt="2026-09-10T12:19:27.517" v="376" actId="1076"/>
          <ac:spMkLst>
            <pc:docMk/>
            <pc:sldMk cId="2955768844" sldId="266"/>
            <ac:spMk id="18" creationId="{CB9209E9-F6CE-42AA-9A8F-32146445BE55}"/>
          </ac:spMkLst>
        </pc:spChg>
        <pc:spChg chg="add mod">
          <ac:chgData name="jaya shanker" userId="d761f79c20cafd6f" providerId="LiveId" clId="{B72BE1A4-00A7-42CC-AA1E-E471EF6CE213}" dt="2026-09-10T12:19:30.600" v="377" actId="1076"/>
          <ac:spMkLst>
            <pc:docMk/>
            <pc:sldMk cId="2955768844" sldId="266"/>
            <ac:spMk id="19" creationId="{F8705B51-392F-4834-A5DC-4C89917D7221}"/>
          </ac:spMkLst>
        </pc:spChg>
        <pc:spChg chg="add mod">
          <ac:chgData name="jaya shanker" userId="d761f79c20cafd6f" providerId="LiveId" clId="{B72BE1A4-00A7-42CC-AA1E-E471EF6CE213}" dt="2026-09-10T12:19:05.605" v="371" actId="1076"/>
          <ac:spMkLst>
            <pc:docMk/>
            <pc:sldMk cId="2955768844" sldId="266"/>
            <ac:spMk id="20" creationId="{C0E4A4B2-CA71-4B41-8921-225346EDF311}"/>
          </ac:spMkLst>
        </pc:spChg>
        <pc:spChg chg="add mod">
          <ac:chgData name="jaya shanker" userId="d761f79c20cafd6f" providerId="LiveId" clId="{B72BE1A4-00A7-42CC-AA1E-E471EF6CE213}" dt="2026-09-10T12:19:15.671" v="373" actId="1076"/>
          <ac:spMkLst>
            <pc:docMk/>
            <pc:sldMk cId="2955768844" sldId="266"/>
            <ac:spMk id="21" creationId="{7F9BDEFC-F006-4173-9463-D4EA84D2FA80}"/>
          </ac:spMkLst>
        </pc:spChg>
        <pc:spChg chg="add mod">
          <ac:chgData name="jaya shanker" userId="d761f79c20cafd6f" providerId="LiveId" clId="{B72BE1A4-00A7-42CC-AA1E-E471EF6CE213}" dt="2026-09-10T12:19:11.182" v="372" actId="1076"/>
          <ac:spMkLst>
            <pc:docMk/>
            <pc:sldMk cId="2955768844" sldId="266"/>
            <ac:spMk id="22" creationId="{0072B2BD-D715-490C-B52B-0C9A6EBC512B}"/>
          </ac:spMkLst>
        </pc:spChg>
        <pc:spChg chg="add del mod">
          <ac:chgData name="jaya shanker" userId="d761f79c20cafd6f" providerId="LiveId" clId="{B72BE1A4-00A7-42CC-AA1E-E471EF6CE213}" dt="2026-09-10T12:18:49.393" v="369" actId="21"/>
          <ac:spMkLst>
            <pc:docMk/>
            <pc:sldMk cId="2955768844" sldId="266"/>
            <ac:spMk id="23" creationId="{2BF0BAE3-446C-4ACC-8531-AEFD06F0923A}"/>
          </ac:spMkLst>
        </pc:spChg>
        <pc:spChg chg="add del mod">
          <ac:chgData name="jaya shanker" userId="d761f79c20cafd6f" providerId="LiveId" clId="{B72BE1A4-00A7-42CC-AA1E-E471EF6CE213}" dt="2026-09-10T12:18:46.763" v="368" actId="21"/>
          <ac:spMkLst>
            <pc:docMk/>
            <pc:sldMk cId="2955768844" sldId="266"/>
            <ac:spMk id="24" creationId="{EB9691E7-B8F7-4F2D-A463-1D71A1F50C83}"/>
          </ac:spMkLst>
        </pc:spChg>
      </pc:sldChg>
      <pc:sldChg chg="addSp delSp modSp new mod">
        <pc:chgData name="jaya shanker" userId="d761f79c20cafd6f" providerId="LiveId" clId="{B72BE1A4-00A7-42CC-AA1E-E471EF6CE213}" dt="2026-09-10T12:24:31.944" v="424" actId="14100"/>
        <pc:sldMkLst>
          <pc:docMk/>
          <pc:sldMk cId="188090009" sldId="267"/>
        </pc:sldMkLst>
        <pc:spChg chg="del">
          <ac:chgData name="jaya shanker" userId="d761f79c20cafd6f" providerId="LiveId" clId="{B72BE1A4-00A7-42CC-AA1E-E471EF6CE213}" dt="2026-09-10T12:20:47.517" v="391" actId="21"/>
          <ac:spMkLst>
            <pc:docMk/>
            <pc:sldMk cId="188090009" sldId="267"/>
            <ac:spMk id="2" creationId="{A46FBDD9-B8CF-48DA-AB5A-124A3954D359}"/>
          </ac:spMkLst>
        </pc:spChg>
        <pc:spChg chg="del">
          <ac:chgData name="jaya shanker" userId="d761f79c20cafd6f" providerId="LiveId" clId="{B72BE1A4-00A7-42CC-AA1E-E471EF6CE213}" dt="2026-09-10T12:20:50.073" v="392" actId="21"/>
          <ac:spMkLst>
            <pc:docMk/>
            <pc:sldMk cId="188090009" sldId="267"/>
            <ac:spMk id="3" creationId="{EEC57E7B-0F30-4848-8CBB-33415CF0D285}"/>
          </ac:spMkLst>
        </pc:spChg>
        <pc:spChg chg="add del mod">
          <ac:chgData name="jaya shanker" userId="d761f79c20cafd6f" providerId="LiveId" clId="{B72BE1A4-00A7-42CC-AA1E-E471EF6CE213}" dt="2026-09-10T12:21:36.969" v="395" actId="21"/>
          <ac:spMkLst>
            <pc:docMk/>
            <pc:sldMk cId="188090009" sldId="267"/>
            <ac:spMk id="4" creationId="{4FEEC807-A1A9-4193-96A5-FE33602B8CD3}"/>
          </ac:spMkLst>
        </pc:spChg>
        <pc:spChg chg="add mod">
          <ac:chgData name="jaya shanker" userId="d761f79c20cafd6f" providerId="LiveId" clId="{B72BE1A4-00A7-42CC-AA1E-E471EF6CE213}" dt="2026-09-10T12:22:19.699" v="407" actId="2711"/>
          <ac:spMkLst>
            <pc:docMk/>
            <pc:sldMk cId="188090009" sldId="267"/>
            <ac:spMk id="5" creationId="{3670A61C-E60F-40FF-9C01-5B18AFD83552}"/>
          </ac:spMkLst>
        </pc:spChg>
        <pc:spChg chg="add mod">
          <ac:chgData name="jaya shanker" userId="d761f79c20cafd6f" providerId="LiveId" clId="{B72BE1A4-00A7-42CC-AA1E-E471EF6CE213}" dt="2026-09-10T12:22:29.620" v="410" actId="255"/>
          <ac:spMkLst>
            <pc:docMk/>
            <pc:sldMk cId="188090009" sldId="267"/>
            <ac:spMk id="6" creationId="{BFDC5D2B-4153-4D80-97AD-88BDD5DC3F3D}"/>
          </ac:spMkLst>
        </pc:spChg>
        <pc:spChg chg="add mod">
          <ac:chgData name="jaya shanker" userId="d761f79c20cafd6f" providerId="LiveId" clId="{B72BE1A4-00A7-42CC-AA1E-E471EF6CE213}" dt="2026-09-10T12:22:19.699" v="407" actId="2711"/>
          <ac:spMkLst>
            <pc:docMk/>
            <pc:sldMk cId="188090009" sldId="267"/>
            <ac:spMk id="7" creationId="{F7C5DA7F-F355-4FFF-885D-7E7D20D5080F}"/>
          </ac:spMkLst>
        </pc:spChg>
        <pc:spChg chg="add del mod">
          <ac:chgData name="jaya shanker" userId="d761f79c20cafd6f" providerId="LiveId" clId="{B72BE1A4-00A7-42CC-AA1E-E471EF6CE213}" dt="2026-09-10T12:22:37.662" v="412" actId="21"/>
          <ac:spMkLst>
            <pc:docMk/>
            <pc:sldMk cId="188090009" sldId="267"/>
            <ac:spMk id="8" creationId="{105E4C44-3FE8-400E-A844-58DB71857393}"/>
          </ac:spMkLst>
        </pc:spChg>
        <pc:spChg chg="add del mod">
          <ac:chgData name="jaya shanker" userId="d761f79c20cafd6f" providerId="LiveId" clId="{B72BE1A4-00A7-42CC-AA1E-E471EF6CE213}" dt="2026-09-10T12:22:40.240" v="413" actId="21"/>
          <ac:spMkLst>
            <pc:docMk/>
            <pc:sldMk cId="188090009" sldId="267"/>
            <ac:spMk id="9" creationId="{35F9462C-6224-450D-9CF3-84DE60BA9E3D}"/>
          </ac:spMkLst>
        </pc:spChg>
        <pc:spChg chg="add del mod">
          <ac:chgData name="jaya shanker" userId="d761f79c20cafd6f" providerId="LiveId" clId="{B72BE1A4-00A7-42CC-AA1E-E471EF6CE213}" dt="2026-09-10T12:22:44.627" v="414" actId="21"/>
          <ac:spMkLst>
            <pc:docMk/>
            <pc:sldMk cId="188090009" sldId="267"/>
            <ac:spMk id="10" creationId="{4ED4AAE9-395F-4966-B761-4697C7C0545F}"/>
          </ac:spMkLst>
        </pc:spChg>
        <pc:spChg chg="add del mod">
          <ac:chgData name="jaya shanker" userId="d761f79c20cafd6f" providerId="LiveId" clId="{B72BE1A4-00A7-42CC-AA1E-E471EF6CE213}" dt="2026-09-10T12:22:48.155" v="415" actId="21"/>
          <ac:spMkLst>
            <pc:docMk/>
            <pc:sldMk cId="188090009" sldId="267"/>
            <ac:spMk id="11" creationId="{DCAF56A4-EEB4-4E2C-9021-C34774AD5F17}"/>
          </ac:spMkLst>
        </pc:spChg>
        <pc:spChg chg="add del mod">
          <ac:chgData name="jaya shanker" userId="d761f79c20cafd6f" providerId="LiveId" clId="{B72BE1A4-00A7-42CC-AA1E-E471EF6CE213}" dt="2026-09-10T12:21:42.532" v="397" actId="21"/>
          <ac:spMkLst>
            <pc:docMk/>
            <pc:sldMk cId="188090009" sldId="267"/>
            <ac:spMk id="12" creationId="{F47F475E-B69E-44B9-BCB1-FDF1359503CF}"/>
          </ac:spMkLst>
        </pc:spChg>
        <pc:spChg chg="add del mod">
          <ac:chgData name="jaya shanker" userId="d761f79c20cafd6f" providerId="LiveId" clId="{B72BE1A4-00A7-42CC-AA1E-E471EF6CE213}" dt="2026-09-10T12:21:40.154" v="396" actId="21"/>
          <ac:spMkLst>
            <pc:docMk/>
            <pc:sldMk cId="188090009" sldId="267"/>
            <ac:spMk id="13" creationId="{1BD531A3-F77D-499E-8409-73A99E45EB4E}"/>
          </ac:spMkLst>
        </pc:spChg>
        <pc:spChg chg="add mod">
          <ac:chgData name="jaya shanker" userId="d761f79c20cafd6f" providerId="LiveId" clId="{B72BE1A4-00A7-42CC-AA1E-E471EF6CE213}" dt="2026-09-10T12:22:57.906" v="418" actId="14100"/>
          <ac:spMkLst>
            <pc:docMk/>
            <pc:sldMk cId="188090009" sldId="267"/>
            <ac:spMk id="14" creationId="{ACA4F9E2-AADF-4C31-A887-7CABBBBE9FD7}"/>
          </ac:spMkLst>
        </pc:spChg>
        <pc:picChg chg="add mod">
          <ac:chgData name="jaya shanker" userId="d761f79c20cafd6f" providerId="LiveId" clId="{B72BE1A4-00A7-42CC-AA1E-E471EF6CE213}" dt="2026-09-10T12:24:31.944" v="424" actId="14100"/>
          <ac:picMkLst>
            <pc:docMk/>
            <pc:sldMk cId="188090009" sldId="267"/>
            <ac:picMk id="16" creationId="{6050F897-6037-4A4F-B07C-474708C11B39}"/>
          </ac:picMkLst>
        </pc:picChg>
      </pc:sldChg>
      <pc:sldChg chg="addSp delSp modSp new mod">
        <pc:chgData name="jaya shanker" userId="d761f79c20cafd6f" providerId="LiveId" clId="{B72BE1A4-00A7-42CC-AA1E-E471EF6CE213}" dt="2026-09-10T12:26:35.070" v="448" actId="207"/>
        <pc:sldMkLst>
          <pc:docMk/>
          <pc:sldMk cId="1308499204" sldId="268"/>
        </pc:sldMkLst>
        <pc:spChg chg="del">
          <ac:chgData name="jaya shanker" userId="d761f79c20cafd6f" providerId="LiveId" clId="{B72BE1A4-00A7-42CC-AA1E-E471EF6CE213}" dt="2026-09-10T12:24:40.350" v="426" actId="21"/>
          <ac:spMkLst>
            <pc:docMk/>
            <pc:sldMk cId="1308499204" sldId="268"/>
            <ac:spMk id="2" creationId="{5729068B-2B93-49E8-AD58-B53DA4E028B4}"/>
          </ac:spMkLst>
        </pc:spChg>
        <pc:spChg chg="del">
          <ac:chgData name="jaya shanker" userId="d761f79c20cafd6f" providerId="LiveId" clId="{B72BE1A4-00A7-42CC-AA1E-E471EF6CE213}" dt="2026-09-10T12:24:42.032" v="427" actId="21"/>
          <ac:spMkLst>
            <pc:docMk/>
            <pc:sldMk cId="1308499204" sldId="268"/>
            <ac:spMk id="3" creationId="{CEEA7AFB-BACA-489E-83BB-7BA2F45EE888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4" creationId="{3000AAE1-F7BD-4B3E-B872-C9002530A662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5" creationId="{2686D184-B13D-47C5-AE1D-450F90459015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6" creationId="{5DDE664E-72DA-4796-AA23-8E7062BA8D87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7" creationId="{7C967091-06E9-41F0-B2BD-CB9E631484D3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8" creationId="{274E7E59-7331-4E2A-8064-641C78EBB092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9" creationId="{3B9A313F-DBBF-4008-82AE-BF4149A91F35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10" creationId="{AA51C1E4-95B1-4C24-9FA1-7A0C40C00C66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11" creationId="{523FD498-7AAF-4974-B29E-F2584C2B307A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12" creationId="{6B4D1830-B2D6-446F-A79B-4DDAE9679074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13" creationId="{7EF48FE4-D008-42F7-B99A-A9FC3F8079B6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14" creationId="{76C55E87-7ECB-440C-9258-5B504557CEC1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15" creationId="{332A1D85-AB27-46EC-806C-88E168728CAD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16" creationId="{9E0F0C8E-DCDB-486A-AC95-0792010CC295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17" creationId="{030EA9D8-EE70-4719-997E-9297BA089D14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18" creationId="{A42467D8-4254-4E74-9A2A-1967748F0A65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19" creationId="{03AE23D2-23D5-460A-9397-F3DDF6787769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20" creationId="{4BAB6898-D13A-4F89-878C-E23BBC01B6ED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21" creationId="{5571EA52-2DDB-49ED-BA90-55657613B089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22" creationId="{DA75BC02-B568-4ABA-A2D7-704AC56CD6B4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23" creationId="{86954F77-E637-43E7-917C-30689C14F94A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24" creationId="{E46D2ABB-41FA-4D1B-BE45-00A18B3887AF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25" creationId="{DA349851-5621-41FC-8290-C353AA6DE3E0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26" creationId="{7BDD3833-4E36-403B-91CA-8BA3084D55CD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27" creationId="{085C30F0-9DDD-40DE-BCB2-366203B91947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28" creationId="{05F01636-CC73-41E9-A47E-441DD41D5397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29" creationId="{194D59E1-A72A-4EE8-BBFB-E6670B250DB0}"/>
          </ac:spMkLst>
        </pc:spChg>
        <pc:spChg chg="add mod">
          <ac:chgData name="jaya shanker" userId="d761f79c20cafd6f" providerId="LiveId" clId="{B72BE1A4-00A7-42CC-AA1E-E471EF6CE213}" dt="2026-09-10T12:26:35.070" v="448" actId="207"/>
          <ac:spMkLst>
            <pc:docMk/>
            <pc:sldMk cId="1308499204" sldId="268"/>
            <ac:spMk id="30" creationId="{229405F0-D669-45E0-ADD5-7D40130FAB33}"/>
          </ac:spMkLst>
        </pc:spChg>
        <pc:spChg chg="add del mod">
          <ac:chgData name="jaya shanker" userId="d761f79c20cafd6f" providerId="LiveId" clId="{B72BE1A4-00A7-42CC-AA1E-E471EF6CE213}" dt="2026-09-10T12:25:18.178" v="431" actId="21"/>
          <ac:spMkLst>
            <pc:docMk/>
            <pc:sldMk cId="1308499204" sldId="268"/>
            <ac:spMk id="31" creationId="{7A8ADF46-5548-409F-9070-BAE5049A6994}"/>
          </ac:spMkLst>
        </pc:spChg>
        <pc:spChg chg="add del mod">
          <ac:chgData name="jaya shanker" userId="d761f79c20cafd6f" providerId="LiveId" clId="{B72BE1A4-00A7-42CC-AA1E-E471EF6CE213}" dt="2026-09-10T12:25:21.382" v="432" actId="21"/>
          <ac:spMkLst>
            <pc:docMk/>
            <pc:sldMk cId="1308499204" sldId="268"/>
            <ac:spMk id="32" creationId="{5F13BC0B-A333-4811-892E-35D322CB46B7}"/>
          </ac:spMkLst>
        </pc:spChg>
      </pc:sldChg>
      <pc:sldChg chg="addSp delSp modSp new mod">
        <pc:chgData name="jaya shanker" userId="d761f79c20cafd6f" providerId="LiveId" clId="{B72BE1A4-00A7-42CC-AA1E-E471EF6CE213}" dt="2026-09-10T12:29:26.113" v="476" actId="1076"/>
        <pc:sldMkLst>
          <pc:docMk/>
          <pc:sldMk cId="1973976526" sldId="269"/>
        </pc:sldMkLst>
        <pc:spChg chg="del">
          <ac:chgData name="jaya shanker" userId="d761f79c20cafd6f" providerId="LiveId" clId="{B72BE1A4-00A7-42CC-AA1E-E471EF6CE213}" dt="2026-09-10T12:27:11.353" v="450" actId="21"/>
          <ac:spMkLst>
            <pc:docMk/>
            <pc:sldMk cId="1973976526" sldId="269"/>
            <ac:spMk id="2" creationId="{E5223036-BF16-4452-A7C5-26BCC60C755B}"/>
          </ac:spMkLst>
        </pc:spChg>
        <pc:spChg chg="del">
          <ac:chgData name="jaya shanker" userId="d761f79c20cafd6f" providerId="LiveId" clId="{B72BE1A4-00A7-42CC-AA1E-E471EF6CE213}" dt="2026-09-10T12:27:13.603" v="451" actId="21"/>
          <ac:spMkLst>
            <pc:docMk/>
            <pc:sldMk cId="1973976526" sldId="269"/>
            <ac:spMk id="3" creationId="{44B9FAC5-991F-4DB6-B226-FE5F97A3E1DA}"/>
          </ac:spMkLst>
        </pc:spChg>
        <pc:spChg chg="add del mod">
          <ac:chgData name="jaya shanker" userId="d761f79c20cafd6f" providerId="LiveId" clId="{B72BE1A4-00A7-42CC-AA1E-E471EF6CE213}" dt="2026-09-10T12:27:35.883" v="454" actId="21"/>
          <ac:spMkLst>
            <pc:docMk/>
            <pc:sldMk cId="1973976526" sldId="269"/>
            <ac:spMk id="4" creationId="{F0C8629B-CEF6-410D-B3F8-038E4019A4C9}"/>
          </ac:spMkLst>
        </pc:spChg>
        <pc:spChg chg="add mod">
          <ac:chgData name="jaya shanker" userId="d761f79c20cafd6f" providerId="LiveId" clId="{B72BE1A4-00A7-42CC-AA1E-E471EF6CE213}" dt="2026-09-10T12:27:56.253" v="457" actId="255"/>
          <ac:spMkLst>
            <pc:docMk/>
            <pc:sldMk cId="1973976526" sldId="269"/>
            <ac:spMk id="5" creationId="{9AE2BFC6-41EF-4929-BB01-A7FAC42A066E}"/>
          </ac:spMkLst>
        </pc:spChg>
        <pc:spChg chg="add mod">
          <ac:chgData name="jaya shanker" userId="d761f79c20cafd6f" providerId="LiveId" clId="{B72BE1A4-00A7-42CC-AA1E-E471EF6CE213}" dt="2026-09-10T12:28:16.586" v="460" actId="207"/>
          <ac:spMkLst>
            <pc:docMk/>
            <pc:sldMk cId="1973976526" sldId="269"/>
            <ac:spMk id="6" creationId="{87AFC76B-8E49-425C-8B4E-A14A419C20D9}"/>
          </ac:spMkLst>
        </pc:spChg>
        <pc:spChg chg="add mod">
          <ac:chgData name="jaya shanker" userId="d761f79c20cafd6f" providerId="LiveId" clId="{B72BE1A4-00A7-42CC-AA1E-E471EF6CE213}" dt="2026-09-10T12:27:50.342" v="456" actId="255"/>
          <ac:spMkLst>
            <pc:docMk/>
            <pc:sldMk cId="1973976526" sldId="269"/>
            <ac:spMk id="7" creationId="{855B1831-0CC9-4435-9A5C-CF16D4083A97}"/>
          </ac:spMkLst>
        </pc:spChg>
        <pc:spChg chg="add mod">
          <ac:chgData name="jaya shanker" userId="d761f79c20cafd6f" providerId="LiveId" clId="{B72BE1A4-00A7-42CC-AA1E-E471EF6CE213}" dt="2026-09-10T12:29:12.729" v="474" actId="1076"/>
          <ac:spMkLst>
            <pc:docMk/>
            <pc:sldMk cId="1973976526" sldId="269"/>
            <ac:spMk id="8" creationId="{417A28A1-81DF-49C1-A134-AFA3E3AEF2A3}"/>
          </ac:spMkLst>
        </pc:spChg>
        <pc:spChg chg="add mod">
          <ac:chgData name="jaya shanker" userId="d761f79c20cafd6f" providerId="LiveId" clId="{B72BE1A4-00A7-42CC-AA1E-E471EF6CE213}" dt="2026-09-10T12:29:26.113" v="476" actId="1076"/>
          <ac:spMkLst>
            <pc:docMk/>
            <pc:sldMk cId="1973976526" sldId="269"/>
            <ac:spMk id="9" creationId="{B6C1B068-5E35-49D0-98A1-B77A2BAAA730}"/>
          </ac:spMkLst>
        </pc:spChg>
        <pc:spChg chg="add mod">
          <ac:chgData name="jaya shanker" userId="d761f79c20cafd6f" providerId="LiveId" clId="{B72BE1A4-00A7-42CC-AA1E-E471EF6CE213}" dt="2026-09-10T12:29:17.663" v="475" actId="1076"/>
          <ac:spMkLst>
            <pc:docMk/>
            <pc:sldMk cId="1973976526" sldId="269"/>
            <ac:spMk id="10" creationId="{AA7F5381-530F-4461-B4F0-EA8195733EC6}"/>
          </ac:spMkLst>
        </pc:spChg>
        <pc:spChg chg="add mod">
          <ac:chgData name="jaya shanker" userId="d761f79c20cafd6f" providerId="LiveId" clId="{B72BE1A4-00A7-42CC-AA1E-E471EF6CE213}" dt="2026-09-10T12:29:01.836" v="471" actId="1076"/>
          <ac:spMkLst>
            <pc:docMk/>
            <pc:sldMk cId="1973976526" sldId="269"/>
            <ac:spMk id="11" creationId="{DA9DAEE6-F7B4-4534-8710-5BD93DCA7954}"/>
          </ac:spMkLst>
        </pc:spChg>
        <pc:spChg chg="add mod">
          <ac:chgData name="jaya shanker" userId="d761f79c20cafd6f" providerId="LiveId" clId="{B72BE1A4-00A7-42CC-AA1E-E471EF6CE213}" dt="2026-09-10T12:29:05.341" v="472" actId="1076"/>
          <ac:spMkLst>
            <pc:docMk/>
            <pc:sldMk cId="1973976526" sldId="269"/>
            <ac:spMk id="12" creationId="{9A044D99-4BE9-4F0D-8502-9B048A888FA5}"/>
          </ac:spMkLst>
        </pc:spChg>
        <pc:spChg chg="add mod">
          <ac:chgData name="jaya shanker" userId="d761f79c20cafd6f" providerId="LiveId" clId="{B72BE1A4-00A7-42CC-AA1E-E471EF6CE213}" dt="2026-09-10T12:29:09.216" v="473" actId="1076"/>
          <ac:spMkLst>
            <pc:docMk/>
            <pc:sldMk cId="1973976526" sldId="269"/>
            <ac:spMk id="13" creationId="{B3E279A0-5E69-4DF5-B2AC-D083D45185C2}"/>
          </ac:spMkLst>
        </pc:spChg>
        <pc:spChg chg="add mod">
          <ac:chgData name="jaya shanker" userId="d761f79c20cafd6f" providerId="LiveId" clId="{B72BE1A4-00A7-42CC-AA1E-E471EF6CE213}" dt="2026-09-10T12:28:48.801" v="468" actId="1076"/>
          <ac:spMkLst>
            <pc:docMk/>
            <pc:sldMk cId="1973976526" sldId="269"/>
            <ac:spMk id="14" creationId="{6FB79CEA-B57A-415A-A04B-C8A671550639}"/>
          </ac:spMkLst>
        </pc:spChg>
        <pc:spChg chg="add mod">
          <ac:chgData name="jaya shanker" userId="d761f79c20cafd6f" providerId="LiveId" clId="{B72BE1A4-00A7-42CC-AA1E-E471EF6CE213}" dt="2026-09-10T12:28:55.260" v="469" actId="1076"/>
          <ac:spMkLst>
            <pc:docMk/>
            <pc:sldMk cId="1973976526" sldId="269"/>
            <ac:spMk id="15" creationId="{4F1097B4-D042-4E96-8B03-AF260E1C3233}"/>
          </ac:spMkLst>
        </pc:spChg>
        <pc:spChg chg="add mod">
          <ac:chgData name="jaya shanker" userId="d761f79c20cafd6f" providerId="LiveId" clId="{B72BE1A4-00A7-42CC-AA1E-E471EF6CE213}" dt="2026-09-10T12:28:58.482" v="470" actId="1076"/>
          <ac:spMkLst>
            <pc:docMk/>
            <pc:sldMk cId="1973976526" sldId="269"/>
            <ac:spMk id="16" creationId="{ABEBBF43-50C1-4823-8559-5942821139CE}"/>
          </ac:spMkLst>
        </pc:spChg>
        <pc:spChg chg="add mod">
          <ac:chgData name="jaya shanker" userId="d761f79c20cafd6f" providerId="LiveId" clId="{B72BE1A4-00A7-42CC-AA1E-E471EF6CE213}" dt="2026-09-10T12:28:34.369" v="464" actId="1076"/>
          <ac:spMkLst>
            <pc:docMk/>
            <pc:sldMk cId="1973976526" sldId="269"/>
            <ac:spMk id="17" creationId="{C2A749B5-8D48-46B8-BDE3-9CE1F4311DE6}"/>
          </ac:spMkLst>
        </pc:spChg>
        <pc:spChg chg="add mod">
          <ac:chgData name="jaya shanker" userId="d761f79c20cafd6f" providerId="LiveId" clId="{B72BE1A4-00A7-42CC-AA1E-E471EF6CE213}" dt="2026-09-10T12:28:39.100" v="465" actId="1076"/>
          <ac:spMkLst>
            <pc:docMk/>
            <pc:sldMk cId="1973976526" sldId="269"/>
            <ac:spMk id="18" creationId="{87033E4F-FD5A-42CC-BBC7-9F898BBFD9F6}"/>
          </ac:spMkLst>
        </pc:spChg>
        <pc:spChg chg="add mod">
          <ac:chgData name="jaya shanker" userId="d761f79c20cafd6f" providerId="LiveId" clId="{B72BE1A4-00A7-42CC-AA1E-E471EF6CE213}" dt="2026-09-10T12:28:44.171" v="467" actId="1076"/>
          <ac:spMkLst>
            <pc:docMk/>
            <pc:sldMk cId="1973976526" sldId="269"/>
            <ac:spMk id="19" creationId="{E9C63282-8B38-47C8-B9C8-32091FBBAAA7}"/>
          </ac:spMkLst>
        </pc:spChg>
        <pc:spChg chg="add mod">
          <ac:chgData name="jaya shanker" userId="d761f79c20cafd6f" providerId="LiveId" clId="{B72BE1A4-00A7-42CC-AA1E-E471EF6CE213}" dt="2026-09-10T12:28:21.906" v="461" actId="1076"/>
          <ac:spMkLst>
            <pc:docMk/>
            <pc:sldMk cId="1973976526" sldId="269"/>
            <ac:spMk id="20" creationId="{16F33DD3-0470-4FA1-AF20-4EB0CE6EFAE2}"/>
          </ac:spMkLst>
        </pc:spChg>
        <pc:spChg chg="add mod">
          <ac:chgData name="jaya shanker" userId="d761f79c20cafd6f" providerId="LiveId" clId="{B72BE1A4-00A7-42CC-AA1E-E471EF6CE213}" dt="2026-09-10T12:28:30.602" v="463" actId="1076"/>
          <ac:spMkLst>
            <pc:docMk/>
            <pc:sldMk cId="1973976526" sldId="269"/>
            <ac:spMk id="21" creationId="{8423B5AF-059F-414B-AC90-75B0F74EBFC9}"/>
          </ac:spMkLst>
        </pc:spChg>
        <pc:spChg chg="add mod">
          <ac:chgData name="jaya shanker" userId="d761f79c20cafd6f" providerId="LiveId" clId="{B72BE1A4-00A7-42CC-AA1E-E471EF6CE213}" dt="2026-09-10T12:28:26.713" v="462" actId="1076"/>
          <ac:spMkLst>
            <pc:docMk/>
            <pc:sldMk cId="1973976526" sldId="269"/>
            <ac:spMk id="22" creationId="{002E1E56-A164-4B50-B297-DB9A7D8E49AE}"/>
          </ac:spMkLst>
        </pc:spChg>
        <pc:spChg chg="add del mod">
          <ac:chgData name="jaya shanker" userId="d761f79c20cafd6f" providerId="LiveId" clId="{B72BE1A4-00A7-42CC-AA1E-E471EF6CE213}" dt="2026-09-10T12:28:00.796" v="458" actId="21"/>
          <ac:spMkLst>
            <pc:docMk/>
            <pc:sldMk cId="1973976526" sldId="269"/>
            <ac:spMk id="23" creationId="{CA11AA74-017B-4872-9658-67B17321976E}"/>
          </ac:spMkLst>
        </pc:spChg>
        <pc:spChg chg="add del mod">
          <ac:chgData name="jaya shanker" userId="d761f79c20cafd6f" providerId="LiveId" clId="{B72BE1A4-00A7-42CC-AA1E-E471EF6CE213}" dt="2026-09-10T12:28:07.293" v="459" actId="21"/>
          <ac:spMkLst>
            <pc:docMk/>
            <pc:sldMk cId="1973976526" sldId="269"/>
            <ac:spMk id="24" creationId="{FC7AFE31-D26C-4F17-9802-7B78244038FA}"/>
          </ac:spMkLst>
        </pc:spChg>
      </pc:sldChg>
      <pc:sldChg chg="addSp delSp modSp new mod">
        <pc:chgData name="jaya shanker" userId="d761f79c20cafd6f" providerId="LiveId" clId="{B72BE1A4-00A7-42CC-AA1E-E471EF6CE213}" dt="2026-09-10T12:35:16.525" v="550" actId="14100"/>
        <pc:sldMkLst>
          <pc:docMk/>
          <pc:sldMk cId="2049593933" sldId="270"/>
        </pc:sldMkLst>
        <pc:spChg chg="del">
          <ac:chgData name="jaya shanker" userId="d761f79c20cafd6f" providerId="LiveId" clId="{B72BE1A4-00A7-42CC-AA1E-E471EF6CE213}" dt="2026-09-10T12:29:43.119" v="478" actId="21"/>
          <ac:spMkLst>
            <pc:docMk/>
            <pc:sldMk cId="2049593933" sldId="270"/>
            <ac:spMk id="2" creationId="{556DB22F-5BE0-4DB4-81A7-44E23020ADD1}"/>
          </ac:spMkLst>
        </pc:spChg>
        <pc:spChg chg="del">
          <ac:chgData name="jaya shanker" userId="d761f79c20cafd6f" providerId="LiveId" clId="{B72BE1A4-00A7-42CC-AA1E-E471EF6CE213}" dt="2026-09-10T12:29:44.941" v="479" actId="21"/>
          <ac:spMkLst>
            <pc:docMk/>
            <pc:sldMk cId="2049593933" sldId="270"/>
            <ac:spMk id="3" creationId="{990ACB54-A2F8-47BE-89A1-297C46B086D3}"/>
          </ac:spMkLst>
        </pc:spChg>
        <pc:spChg chg="add del mod">
          <ac:chgData name="jaya shanker" userId="d761f79c20cafd6f" providerId="LiveId" clId="{B72BE1A4-00A7-42CC-AA1E-E471EF6CE213}" dt="2026-09-10T12:31:26.321" v="485" actId="21"/>
          <ac:spMkLst>
            <pc:docMk/>
            <pc:sldMk cId="2049593933" sldId="270"/>
            <ac:spMk id="4" creationId="{96F1BDE5-AA9A-4004-9795-ED6FB6E26ED6}"/>
          </ac:spMkLst>
        </pc:spChg>
        <pc:spChg chg="add mod">
          <ac:chgData name="jaya shanker" userId="d761f79c20cafd6f" providerId="LiveId" clId="{B72BE1A4-00A7-42CC-AA1E-E471EF6CE213}" dt="2026-09-10T12:33:53.632" v="529" actId="1076"/>
          <ac:spMkLst>
            <pc:docMk/>
            <pc:sldMk cId="2049593933" sldId="270"/>
            <ac:spMk id="5" creationId="{B185C555-84B5-478C-94CE-BABBE97D9D2C}"/>
          </ac:spMkLst>
        </pc:spChg>
        <pc:spChg chg="add mod">
          <ac:chgData name="jaya shanker" userId="d761f79c20cafd6f" providerId="LiveId" clId="{B72BE1A4-00A7-42CC-AA1E-E471EF6CE213}" dt="2026-09-10T12:33:55.960" v="530" actId="1076"/>
          <ac:spMkLst>
            <pc:docMk/>
            <pc:sldMk cId="2049593933" sldId="270"/>
            <ac:spMk id="6" creationId="{37721677-3BC2-4D65-91FF-5B2C2016152E}"/>
          </ac:spMkLst>
        </pc:spChg>
        <pc:spChg chg="add mod">
          <ac:chgData name="jaya shanker" userId="d761f79c20cafd6f" providerId="LiveId" clId="{B72BE1A4-00A7-42CC-AA1E-E471EF6CE213}" dt="2026-09-10T12:33:39.384" v="527" actId="2711"/>
          <ac:spMkLst>
            <pc:docMk/>
            <pc:sldMk cId="2049593933" sldId="270"/>
            <ac:spMk id="7" creationId="{1873D8F4-9CB5-4D2B-AFE0-DB9F9DBE1A06}"/>
          </ac:spMkLst>
        </pc:spChg>
        <pc:spChg chg="add del mod">
          <ac:chgData name="jaya shanker" userId="d761f79c20cafd6f" providerId="LiveId" clId="{B72BE1A4-00A7-42CC-AA1E-E471EF6CE213}" dt="2026-09-10T12:31:20.028" v="483" actId="21"/>
          <ac:spMkLst>
            <pc:docMk/>
            <pc:sldMk cId="2049593933" sldId="270"/>
            <ac:spMk id="8" creationId="{667A7A32-46C6-47D7-9F8F-A718C0BC2752}"/>
          </ac:spMkLst>
        </pc:spChg>
        <pc:spChg chg="add del mod">
          <ac:chgData name="jaya shanker" userId="d761f79c20cafd6f" providerId="LiveId" clId="{B72BE1A4-00A7-42CC-AA1E-E471EF6CE213}" dt="2026-09-10T12:31:36.955" v="487" actId="21"/>
          <ac:spMkLst>
            <pc:docMk/>
            <pc:sldMk cId="2049593933" sldId="270"/>
            <ac:spMk id="9" creationId="{8BB18EA4-193A-493F-B887-55F67AFF8BD9}"/>
          </ac:spMkLst>
        </pc:spChg>
        <pc:spChg chg="add del mod">
          <ac:chgData name="jaya shanker" userId="d761f79c20cafd6f" providerId="LiveId" clId="{B72BE1A4-00A7-42CC-AA1E-E471EF6CE213}" dt="2026-09-10T12:31:39.001" v="488" actId="21"/>
          <ac:spMkLst>
            <pc:docMk/>
            <pc:sldMk cId="2049593933" sldId="270"/>
            <ac:spMk id="10" creationId="{D28AEED8-3F81-44E1-917B-5EE12DA1C6DB}"/>
          </ac:spMkLst>
        </pc:spChg>
        <pc:spChg chg="add del mod">
          <ac:chgData name="jaya shanker" userId="d761f79c20cafd6f" providerId="LiveId" clId="{B72BE1A4-00A7-42CC-AA1E-E471EF6CE213}" dt="2026-09-10T12:31:55.751" v="494" actId="21"/>
          <ac:spMkLst>
            <pc:docMk/>
            <pc:sldMk cId="2049593933" sldId="270"/>
            <ac:spMk id="11" creationId="{F67E6411-34F4-462D-8AB9-31762FA66198}"/>
          </ac:spMkLst>
        </pc:spChg>
        <pc:spChg chg="add del mod">
          <ac:chgData name="jaya shanker" userId="d761f79c20cafd6f" providerId="LiveId" clId="{B72BE1A4-00A7-42CC-AA1E-E471EF6CE213}" dt="2026-09-10T12:31:40.885" v="489" actId="21"/>
          <ac:spMkLst>
            <pc:docMk/>
            <pc:sldMk cId="2049593933" sldId="270"/>
            <ac:spMk id="12" creationId="{0C485F7F-BF6B-4019-AF1C-752FD8286E66}"/>
          </ac:spMkLst>
        </pc:spChg>
        <pc:spChg chg="add del mod">
          <ac:chgData name="jaya shanker" userId="d761f79c20cafd6f" providerId="LiveId" clId="{B72BE1A4-00A7-42CC-AA1E-E471EF6CE213}" dt="2026-09-10T12:31:57.472" v="495" actId="21"/>
          <ac:spMkLst>
            <pc:docMk/>
            <pc:sldMk cId="2049593933" sldId="270"/>
            <ac:spMk id="13" creationId="{9BEE31BC-4C83-49C7-9D03-E56B1EFC39D6}"/>
          </ac:spMkLst>
        </pc:spChg>
        <pc:spChg chg="add del mod">
          <ac:chgData name="jaya shanker" userId="d761f79c20cafd6f" providerId="LiveId" clId="{B72BE1A4-00A7-42CC-AA1E-E471EF6CE213}" dt="2026-09-10T12:31:45.585" v="490" actId="21"/>
          <ac:spMkLst>
            <pc:docMk/>
            <pc:sldMk cId="2049593933" sldId="270"/>
            <ac:spMk id="14" creationId="{9649C3E3-500B-4F40-8498-CF8F97D8F3D8}"/>
          </ac:spMkLst>
        </pc:spChg>
        <pc:spChg chg="add del mod">
          <ac:chgData name="jaya shanker" userId="d761f79c20cafd6f" providerId="LiveId" clId="{B72BE1A4-00A7-42CC-AA1E-E471EF6CE213}" dt="2026-09-10T12:31:59.250" v="496" actId="21"/>
          <ac:spMkLst>
            <pc:docMk/>
            <pc:sldMk cId="2049593933" sldId="270"/>
            <ac:spMk id="15" creationId="{4B788325-9752-48F1-97DA-A82E4B0265ED}"/>
          </ac:spMkLst>
        </pc:spChg>
        <pc:spChg chg="add del mod">
          <ac:chgData name="jaya shanker" userId="d761f79c20cafd6f" providerId="LiveId" clId="{B72BE1A4-00A7-42CC-AA1E-E471EF6CE213}" dt="2026-09-10T12:31:47.889" v="491" actId="21"/>
          <ac:spMkLst>
            <pc:docMk/>
            <pc:sldMk cId="2049593933" sldId="270"/>
            <ac:spMk id="16" creationId="{DA25D73A-1DA2-4D0E-8644-204AAA159BD8}"/>
          </ac:spMkLst>
        </pc:spChg>
        <pc:spChg chg="add del mod">
          <ac:chgData name="jaya shanker" userId="d761f79c20cafd6f" providerId="LiveId" clId="{B72BE1A4-00A7-42CC-AA1E-E471EF6CE213}" dt="2026-09-10T12:32:03.608" v="497" actId="21"/>
          <ac:spMkLst>
            <pc:docMk/>
            <pc:sldMk cId="2049593933" sldId="270"/>
            <ac:spMk id="17" creationId="{0EC12A44-3436-4066-B757-3628CFE1B11D}"/>
          </ac:spMkLst>
        </pc:spChg>
        <pc:spChg chg="add del mod">
          <ac:chgData name="jaya shanker" userId="d761f79c20cafd6f" providerId="LiveId" clId="{B72BE1A4-00A7-42CC-AA1E-E471EF6CE213}" dt="2026-09-10T12:31:53.424" v="493" actId="21"/>
          <ac:spMkLst>
            <pc:docMk/>
            <pc:sldMk cId="2049593933" sldId="270"/>
            <ac:spMk id="18" creationId="{AEFB8AFE-69AB-4C1F-BE5E-975DD6E92E2F}"/>
          </ac:spMkLst>
        </pc:spChg>
        <pc:spChg chg="add del mod">
          <ac:chgData name="jaya shanker" userId="d761f79c20cafd6f" providerId="LiveId" clId="{B72BE1A4-00A7-42CC-AA1E-E471EF6CE213}" dt="2026-09-10T12:32:05.811" v="498" actId="21"/>
          <ac:spMkLst>
            <pc:docMk/>
            <pc:sldMk cId="2049593933" sldId="270"/>
            <ac:spMk id="19" creationId="{E686D585-6C21-4B05-99E1-20EDFEB717E4}"/>
          </ac:spMkLst>
        </pc:spChg>
        <pc:spChg chg="add del mod">
          <ac:chgData name="jaya shanker" userId="d761f79c20cafd6f" providerId="LiveId" clId="{B72BE1A4-00A7-42CC-AA1E-E471EF6CE213}" dt="2026-09-10T12:31:50.291" v="492" actId="21"/>
          <ac:spMkLst>
            <pc:docMk/>
            <pc:sldMk cId="2049593933" sldId="270"/>
            <ac:spMk id="20" creationId="{7DF6C3CF-348A-4A68-9EC2-4B75BE43F494}"/>
          </ac:spMkLst>
        </pc:spChg>
        <pc:spChg chg="add del mod">
          <ac:chgData name="jaya shanker" userId="d761f79c20cafd6f" providerId="LiveId" clId="{B72BE1A4-00A7-42CC-AA1E-E471EF6CE213}" dt="2026-09-10T12:32:09.856" v="499" actId="21"/>
          <ac:spMkLst>
            <pc:docMk/>
            <pc:sldMk cId="2049593933" sldId="270"/>
            <ac:spMk id="21" creationId="{5ABE0149-1770-427E-9CE6-B20102CE443F}"/>
          </ac:spMkLst>
        </pc:spChg>
        <pc:spChg chg="add del mod">
          <ac:chgData name="jaya shanker" userId="d761f79c20cafd6f" providerId="LiveId" clId="{B72BE1A4-00A7-42CC-AA1E-E471EF6CE213}" dt="2026-09-10T12:32:14.788" v="501" actId="21"/>
          <ac:spMkLst>
            <pc:docMk/>
            <pc:sldMk cId="2049593933" sldId="270"/>
            <ac:spMk id="22" creationId="{EA9D323E-C1C5-4DDF-A245-DA0DD2EF2540}"/>
          </ac:spMkLst>
        </pc:spChg>
        <pc:spChg chg="add del mod">
          <ac:chgData name="jaya shanker" userId="d761f79c20cafd6f" providerId="LiveId" clId="{B72BE1A4-00A7-42CC-AA1E-E471EF6CE213}" dt="2026-09-10T12:32:17.321" v="502" actId="21"/>
          <ac:spMkLst>
            <pc:docMk/>
            <pc:sldMk cId="2049593933" sldId="270"/>
            <ac:spMk id="23" creationId="{77B69E7D-9DDA-4460-9451-C275A46A2305}"/>
          </ac:spMkLst>
        </pc:spChg>
        <pc:spChg chg="add del mod">
          <ac:chgData name="jaya shanker" userId="d761f79c20cafd6f" providerId="LiveId" clId="{B72BE1A4-00A7-42CC-AA1E-E471EF6CE213}" dt="2026-09-10T12:32:20.048" v="503" actId="21"/>
          <ac:spMkLst>
            <pc:docMk/>
            <pc:sldMk cId="2049593933" sldId="270"/>
            <ac:spMk id="24" creationId="{EF6834F3-EC0A-4353-AE26-1AFFDF388E76}"/>
          </ac:spMkLst>
        </pc:spChg>
        <pc:spChg chg="add del mod">
          <ac:chgData name="jaya shanker" userId="d761f79c20cafd6f" providerId="LiveId" clId="{B72BE1A4-00A7-42CC-AA1E-E471EF6CE213}" dt="2026-09-10T12:32:22.600" v="504" actId="21"/>
          <ac:spMkLst>
            <pc:docMk/>
            <pc:sldMk cId="2049593933" sldId="270"/>
            <ac:spMk id="25" creationId="{B9D53FB0-D39D-4F6A-B0DA-C93BB867653A}"/>
          </ac:spMkLst>
        </pc:spChg>
        <pc:spChg chg="add del mod">
          <ac:chgData name="jaya shanker" userId="d761f79c20cafd6f" providerId="LiveId" clId="{B72BE1A4-00A7-42CC-AA1E-E471EF6CE213}" dt="2026-09-10T12:32:28.403" v="505" actId="21"/>
          <ac:spMkLst>
            <pc:docMk/>
            <pc:sldMk cId="2049593933" sldId="270"/>
            <ac:spMk id="26" creationId="{111E7267-2077-45DA-9223-3899B6CFF358}"/>
          </ac:spMkLst>
        </pc:spChg>
        <pc:spChg chg="add del mod">
          <ac:chgData name="jaya shanker" userId="d761f79c20cafd6f" providerId="LiveId" clId="{B72BE1A4-00A7-42CC-AA1E-E471EF6CE213}" dt="2026-09-10T12:32:30.922" v="507" actId="21"/>
          <ac:spMkLst>
            <pc:docMk/>
            <pc:sldMk cId="2049593933" sldId="270"/>
            <ac:spMk id="27" creationId="{13F88BEA-9201-4719-8BF8-A0F4C610C505}"/>
          </ac:spMkLst>
        </pc:spChg>
        <pc:spChg chg="add del mod">
          <ac:chgData name="jaya shanker" userId="d761f79c20cafd6f" providerId="LiveId" clId="{B72BE1A4-00A7-42CC-AA1E-E471EF6CE213}" dt="2026-09-10T12:32:33.729" v="508" actId="21"/>
          <ac:spMkLst>
            <pc:docMk/>
            <pc:sldMk cId="2049593933" sldId="270"/>
            <ac:spMk id="28" creationId="{B58BEA53-C033-468C-A7AD-8469C552C4B6}"/>
          </ac:spMkLst>
        </pc:spChg>
        <pc:spChg chg="add del mod">
          <ac:chgData name="jaya shanker" userId="d761f79c20cafd6f" providerId="LiveId" clId="{B72BE1A4-00A7-42CC-AA1E-E471EF6CE213}" dt="2026-09-10T12:32:36.761" v="509" actId="21"/>
          <ac:spMkLst>
            <pc:docMk/>
            <pc:sldMk cId="2049593933" sldId="270"/>
            <ac:spMk id="29" creationId="{18DE9346-1126-4592-BDC9-54C8B9FA0F61}"/>
          </ac:spMkLst>
        </pc:spChg>
        <pc:spChg chg="add del mod">
          <ac:chgData name="jaya shanker" userId="d761f79c20cafd6f" providerId="LiveId" clId="{B72BE1A4-00A7-42CC-AA1E-E471EF6CE213}" dt="2026-09-10T12:32:39.509" v="510" actId="21"/>
          <ac:spMkLst>
            <pc:docMk/>
            <pc:sldMk cId="2049593933" sldId="270"/>
            <ac:spMk id="30" creationId="{8216792C-A8D8-4D25-90B8-1039110C60FA}"/>
          </ac:spMkLst>
        </pc:spChg>
        <pc:spChg chg="add del mod">
          <ac:chgData name="jaya shanker" userId="d761f79c20cafd6f" providerId="LiveId" clId="{B72BE1A4-00A7-42CC-AA1E-E471EF6CE213}" dt="2026-09-10T12:32:44.999" v="513" actId="21"/>
          <ac:spMkLst>
            <pc:docMk/>
            <pc:sldMk cId="2049593933" sldId="270"/>
            <ac:spMk id="31" creationId="{D7CEF87F-7CA5-400B-B71D-88C201976E7E}"/>
          </ac:spMkLst>
        </pc:spChg>
        <pc:spChg chg="add del mod">
          <ac:chgData name="jaya shanker" userId="d761f79c20cafd6f" providerId="LiveId" clId="{B72BE1A4-00A7-42CC-AA1E-E471EF6CE213}" dt="2026-09-10T12:32:42.174" v="512" actId="21"/>
          <ac:spMkLst>
            <pc:docMk/>
            <pc:sldMk cId="2049593933" sldId="270"/>
            <ac:spMk id="32" creationId="{051C4936-BF75-4D5F-B4DC-851EBD3F19E5}"/>
          </ac:spMkLst>
        </pc:spChg>
        <pc:spChg chg="add del mod">
          <ac:chgData name="jaya shanker" userId="d761f79c20cafd6f" providerId="LiveId" clId="{B72BE1A4-00A7-42CC-AA1E-E471EF6CE213}" dt="2026-09-10T12:33:00.149" v="518" actId="21"/>
          <ac:spMkLst>
            <pc:docMk/>
            <pc:sldMk cId="2049593933" sldId="270"/>
            <ac:spMk id="33" creationId="{9A8FF16F-6BFD-4D88-8E0F-A2CB54913FB7}"/>
          </ac:spMkLst>
        </pc:spChg>
        <pc:spChg chg="add del mod">
          <ac:chgData name="jaya shanker" userId="d761f79c20cafd6f" providerId="LiveId" clId="{B72BE1A4-00A7-42CC-AA1E-E471EF6CE213}" dt="2026-09-10T12:33:03.328" v="519" actId="21"/>
          <ac:spMkLst>
            <pc:docMk/>
            <pc:sldMk cId="2049593933" sldId="270"/>
            <ac:spMk id="34" creationId="{12B41D09-0BF1-44F0-BDCC-619C4BD90DCE}"/>
          </ac:spMkLst>
        </pc:spChg>
        <pc:spChg chg="add mod">
          <ac:chgData name="jaya shanker" userId="d761f79c20cafd6f" providerId="LiveId" clId="{B72BE1A4-00A7-42CC-AA1E-E471EF6CE213}" dt="2026-09-10T12:35:05.098" v="548" actId="14100"/>
          <ac:spMkLst>
            <pc:docMk/>
            <pc:sldMk cId="2049593933" sldId="270"/>
            <ac:spMk id="35" creationId="{1B9955D3-4E3A-4B38-971F-46FDC925D415}"/>
          </ac:spMkLst>
        </pc:spChg>
        <pc:picChg chg="add mod">
          <ac:chgData name="jaya shanker" userId="d761f79c20cafd6f" providerId="LiveId" clId="{B72BE1A4-00A7-42CC-AA1E-E471EF6CE213}" dt="2026-09-10T12:35:16.525" v="550" actId="14100"/>
          <ac:picMkLst>
            <pc:docMk/>
            <pc:sldMk cId="2049593933" sldId="270"/>
            <ac:picMk id="37" creationId="{139D6322-FECA-47F2-9823-0471A95E6FB8}"/>
          </ac:picMkLst>
        </pc:picChg>
      </pc:sldChg>
      <pc:sldChg chg="addSp delSp modSp new mod">
        <pc:chgData name="jaya shanker" userId="d761f79c20cafd6f" providerId="LiveId" clId="{B72BE1A4-00A7-42CC-AA1E-E471EF6CE213}" dt="2026-09-10T12:37:58.085" v="582" actId="207"/>
        <pc:sldMkLst>
          <pc:docMk/>
          <pc:sldMk cId="4147480322" sldId="271"/>
        </pc:sldMkLst>
        <pc:spChg chg="del">
          <ac:chgData name="jaya shanker" userId="d761f79c20cafd6f" providerId="LiveId" clId="{B72BE1A4-00A7-42CC-AA1E-E471EF6CE213}" dt="2026-09-10T12:35:29.088" v="552" actId="21"/>
          <ac:spMkLst>
            <pc:docMk/>
            <pc:sldMk cId="4147480322" sldId="271"/>
            <ac:spMk id="2" creationId="{7CA8E63A-514B-4E70-9FA0-3BCF947C0C69}"/>
          </ac:spMkLst>
        </pc:spChg>
        <pc:spChg chg="del">
          <ac:chgData name="jaya shanker" userId="d761f79c20cafd6f" providerId="LiveId" clId="{B72BE1A4-00A7-42CC-AA1E-E471EF6CE213}" dt="2026-09-10T12:35:30.936" v="553" actId="21"/>
          <ac:spMkLst>
            <pc:docMk/>
            <pc:sldMk cId="4147480322" sldId="271"/>
            <ac:spMk id="3" creationId="{DAA1B6C6-3FE9-48D2-ACFB-EC82254FFC0D}"/>
          </ac:spMkLst>
        </pc:spChg>
        <pc:spChg chg="add del mod">
          <ac:chgData name="jaya shanker" userId="d761f79c20cafd6f" providerId="LiveId" clId="{B72BE1A4-00A7-42CC-AA1E-E471EF6CE213}" dt="2026-09-10T12:35:50.023" v="556" actId="21"/>
          <ac:spMkLst>
            <pc:docMk/>
            <pc:sldMk cId="4147480322" sldId="271"/>
            <ac:spMk id="4" creationId="{2393E02E-7090-484F-B6E2-EB271114FCC2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5" creationId="{B474B7D4-5455-454D-B741-4F4355CF33BE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6" creationId="{055005A7-815E-494E-96E4-08D471327221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7" creationId="{D2854254-38FC-4C4C-8533-58A50F795444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8" creationId="{2505C100-1F31-4A45-844C-AE3839E23A4E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9" creationId="{F6E4A748-D393-476E-B68A-15ABE2B07EE6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10" creationId="{DE15CFE7-9FCE-479A-8932-2599A227C083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11" creationId="{02864858-FA75-4348-B3D2-4EEBE9D0956D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12" creationId="{993685BA-6402-48F4-8760-770E89CA91E9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13" creationId="{97B7B973-ACE0-438F-B076-75497CE9EA6B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14" creationId="{AF2E53D5-91C4-40C4-9311-F17CB7A2DC4D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15" creationId="{C2B21227-5059-41DC-BF42-D2D507BD6A16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16" creationId="{0F0F8A1F-0B1E-4DE2-A3C8-AAE46A705FBE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17" creationId="{B03778E5-E7B8-4214-85A8-7D2F6A9B7DFB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18" creationId="{FFD72BCE-0D33-4CEC-83A5-E01AE782E31D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19" creationId="{85308AB0-3990-424D-9B29-B33B15FB0D28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20" creationId="{07603193-23E3-45AD-8197-196C1BBA416F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21" creationId="{57239F49-89BB-40EC-85F4-DB8E7C79D45D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22" creationId="{0E8840B8-F255-49FE-91F0-D26CF8052E8B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23" creationId="{488DFB07-542E-4669-86B4-4090B22CC459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24" creationId="{03ABE989-5A6D-4FEA-A0EA-D394DA19B9C2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25" creationId="{3032EE5A-FD97-419B-BCC7-3968DD4D7538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26" creationId="{8F90A564-88A3-4A73-9C56-CD8B6376BA64}"/>
          </ac:spMkLst>
        </pc:spChg>
        <pc:spChg chg="add mod">
          <ac:chgData name="jaya shanker" userId="d761f79c20cafd6f" providerId="LiveId" clId="{B72BE1A4-00A7-42CC-AA1E-E471EF6CE213}" dt="2026-09-10T12:37:58.085" v="582" actId="207"/>
          <ac:spMkLst>
            <pc:docMk/>
            <pc:sldMk cId="4147480322" sldId="271"/>
            <ac:spMk id="27" creationId="{1E7F7CE8-768B-46DE-8C19-F98DD53C8EC1}"/>
          </ac:spMkLst>
        </pc:spChg>
        <pc:spChg chg="add del mod">
          <ac:chgData name="jaya shanker" userId="d761f79c20cafd6f" providerId="LiveId" clId="{B72BE1A4-00A7-42CC-AA1E-E471EF6CE213}" dt="2026-09-10T12:36:08.361" v="559" actId="21"/>
          <ac:spMkLst>
            <pc:docMk/>
            <pc:sldMk cId="4147480322" sldId="271"/>
            <ac:spMk id="28" creationId="{7F060C47-31C9-4214-9D1A-C2EE8577651B}"/>
          </ac:spMkLst>
        </pc:spChg>
        <pc:spChg chg="add del mod">
          <ac:chgData name="jaya shanker" userId="d761f79c20cafd6f" providerId="LiveId" clId="{B72BE1A4-00A7-42CC-AA1E-E471EF6CE213}" dt="2026-09-10T12:36:11.117" v="560" actId="21"/>
          <ac:spMkLst>
            <pc:docMk/>
            <pc:sldMk cId="4147480322" sldId="271"/>
            <ac:spMk id="29" creationId="{A17EC2AA-64F2-4B6F-B9DB-B1C541CA3175}"/>
          </ac:spMkLst>
        </pc:spChg>
      </pc:sldChg>
      <pc:sldChg chg="addSp delSp modSp new mod">
        <pc:chgData name="jaya shanker" userId="d761f79c20cafd6f" providerId="LiveId" clId="{B72BE1A4-00A7-42CC-AA1E-E471EF6CE213}" dt="2026-09-10T12:40:28.623" v="609" actId="1076"/>
        <pc:sldMkLst>
          <pc:docMk/>
          <pc:sldMk cId="1837486054" sldId="272"/>
        </pc:sldMkLst>
        <pc:spChg chg="del">
          <ac:chgData name="jaya shanker" userId="d761f79c20cafd6f" providerId="LiveId" clId="{B72BE1A4-00A7-42CC-AA1E-E471EF6CE213}" dt="2026-09-10T12:38:10.514" v="584" actId="21"/>
          <ac:spMkLst>
            <pc:docMk/>
            <pc:sldMk cId="1837486054" sldId="272"/>
            <ac:spMk id="2" creationId="{9CE98FAA-4789-47D4-B1BA-B0E7F0456CD9}"/>
          </ac:spMkLst>
        </pc:spChg>
        <pc:spChg chg="del">
          <ac:chgData name="jaya shanker" userId="d761f79c20cafd6f" providerId="LiveId" clId="{B72BE1A4-00A7-42CC-AA1E-E471EF6CE213}" dt="2026-09-10T12:38:12.463" v="585" actId="21"/>
          <ac:spMkLst>
            <pc:docMk/>
            <pc:sldMk cId="1837486054" sldId="272"/>
            <ac:spMk id="3" creationId="{D4C90614-2C69-419B-97CB-F6BF9FAA2A27}"/>
          </ac:spMkLst>
        </pc:spChg>
        <pc:spChg chg="add del mod">
          <ac:chgData name="jaya shanker" userId="d761f79c20cafd6f" providerId="LiveId" clId="{B72BE1A4-00A7-42CC-AA1E-E471EF6CE213}" dt="2026-09-10T12:38:40.746" v="588" actId="21"/>
          <ac:spMkLst>
            <pc:docMk/>
            <pc:sldMk cId="1837486054" sldId="272"/>
            <ac:spMk id="4" creationId="{8B30495F-3E04-4302-903B-4733D369C33B}"/>
          </ac:spMkLst>
        </pc:spChg>
        <pc:spChg chg="add mod">
          <ac:chgData name="jaya shanker" userId="d761f79c20cafd6f" providerId="LiveId" clId="{B72BE1A4-00A7-42CC-AA1E-E471EF6CE213}" dt="2026-09-10T12:39:06.463" v="591" actId="255"/>
          <ac:spMkLst>
            <pc:docMk/>
            <pc:sldMk cId="1837486054" sldId="272"/>
            <ac:spMk id="5" creationId="{A8A593B5-E938-47FB-B0F3-16A0107CA346}"/>
          </ac:spMkLst>
        </pc:spChg>
        <pc:spChg chg="add mod">
          <ac:chgData name="jaya shanker" userId="d761f79c20cafd6f" providerId="LiveId" clId="{B72BE1A4-00A7-42CC-AA1E-E471EF6CE213}" dt="2026-09-10T12:40:17.312" v="608" actId="207"/>
          <ac:spMkLst>
            <pc:docMk/>
            <pc:sldMk cId="1837486054" sldId="272"/>
            <ac:spMk id="6" creationId="{D0E0E197-710D-4807-AFCC-90290315A686}"/>
          </ac:spMkLst>
        </pc:spChg>
        <pc:spChg chg="add mod">
          <ac:chgData name="jaya shanker" userId="d761f79c20cafd6f" providerId="LiveId" clId="{B72BE1A4-00A7-42CC-AA1E-E471EF6CE213}" dt="2026-09-10T12:38:56.885" v="590" actId="255"/>
          <ac:spMkLst>
            <pc:docMk/>
            <pc:sldMk cId="1837486054" sldId="272"/>
            <ac:spMk id="7" creationId="{B2BEDEC0-0AF1-4A28-9931-6937DDF1DCC6}"/>
          </ac:spMkLst>
        </pc:spChg>
        <pc:spChg chg="add mod">
          <ac:chgData name="jaya shanker" userId="d761f79c20cafd6f" providerId="LiveId" clId="{B72BE1A4-00A7-42CC-AA1E-E471EF6CE213}" dt="2026-09-10T12:40:28.623" v="609" actId="1076"/>
          <ac:spMkLst>
            <pc:docMk/>
            <pc:sldMk cId="1837486054" sldId="272"/>
            <ac:spMk id="8" creationId="{77D03161-DBC6-4314-981A-A39A264C6326}"/>
          </ac:spMkLst>
        </pc:spChg>
        <pc:spChg chg="add mod">
          <ac:chgData name="jaya shanker" userId="d761f79c20cafd6f" providerId="LiveId" clId="{B72BE1A4-00A7-42CC-AA1E-E471EF6CE213}" dt="2026-09-10T12:38:56.885" v="590" actId="255"/>
          <ac:spMkLst>
            <pc:docMk/>
            <pc:sldMk cId="1837486054" sldId="272"/>
            <ac:spMk id="9" creationId="{7981EE03-E5D5-4469-A465-CBDCA76A0832}"/>
          </ac:spMkLst>
        </pc:spChg>
        <pc:spChg chg="add mod">
          <ac:chgData name="jaya shanker" userId="d761f79c20cafd6f" providerId="LiveId" clId="{B72BE1A4-00A7-42CC-AA1E-E471EF6CE213}" dt="2026-09-10T12:40:12.737" v="607" actId="1076"/>
          <ac:spMkLst>
            <pc:docMk/>
            <pc:sldMk cId="1837486054" sldId="272"/>
            <ac:spMk id="10" creationId="{638FFA41-89A7-41B8-AF10-B682F29BA9E6}"/>
          </ac:spMkLst>
        </pc:spChg>
        <pc:spChg chg="add mod">
          <ac:chgData name="jaya shanker" userId="d761f79c20cafd6f" providerId="LiveId" clId="{B72BE1A4-00A7-42CC-AA1E-E471EF6CE213}" dt="2026-09-10T12:39:56.708" v="603" actId="1076"/>
          <ac:spMkLst>
            <pc:docMk/>
            <pc:sldMk cId="1837486054" sldId="272"/>
            <ac:spMk id="11" creationId="{DF6D4D18-A9D4-428E-A90D-E57093D4FB6F}"/>
          </ac:spMkLst>
        </pc:spChg>
        <pc:spChg chg="add mod">
          <ac:chgData name="jaya shanker" userId="d761f79c20cafd6f" providerId="LiveId" clId="{B72BE1A4-00A7-42CC-AA1E-E471EF6CE213}" dt="2026-09-10T12:40:02.383" v="604" actId="1076"/>
          <ac:spMkLst>
            <pc:docMk/>
            <pc:sldMk cId="1837486054" sldId="272"/>
            <ac:spMk id="12" creationId="{E52BC932-54E6-41CC-900B-52106B5FBCAA}"/>
          </ac:spMkLst>
        </pc:spChg>
        <pc:spChg chg="add mod">
          <ac:chgData name="jaya shanker" userId="d761f79c20cafd6f" providerId="LiveId" clId="{B72BE1A4-00A7-42CC-AA1E-E471EF6CE213}" dt="2026-09-10T12:40:06.033" v="605" actId="1076"/>
          <ac:spMkLst>
            <pc:docMk/>
            <pc:sldMk cId="1837486054" sldId="272"/>
            <ac:spMk id="13" creationId="{725052BB-B7FB-43BF-B576-2AEF875926E2}"/>
          </ac:spMkLst>
        </pc:spChg>
        <pc:spChg chg="add mod">
          <ac:chgData name="jaya shanker" userId="d761f79c20cafd6f" providerId="LiveId" clId="{B72BE1A4-00A7-42CC-AA1E-E471EF6CE213}" dt="2026-09-10T12:39:44.973" v="600" actId="1076"/>
          <ac:spMkLst>
            <pc:docMk/>
            <pc:sldMk cId="1837486054" sldId="272"/>
            <ac:spMk id="14" creationId="{12CDB92A-92A8-4453-9572-6DED177BDA26}"/>
          </ac:spMkLst>
        </pc:spChg>
        <pc:spChg chg="add mod">
          <ac:chgData name="jaya shanker" userId="d761f79c20cafd6f" providerId="LiveId" clId="{B72BE1A4-00A7-42CC-AA1E-E471EF6CE213}" dt="2026-09-10T12:39:47.823" v="601" actId="1076"/>
          <ac:spMkLst>
            <pc:docMk/>
            <pc:sldMk cId="1837486054" sldId="272"/>
            <ac:spMk id="15" creationId="{020CA44A-9F15-4F83-8561-E9DDC5482B52}"/>
          </ac:spMkLst>
        </pc:spChg>
        <pc:spChg chg="add mod">
          <ac:chgData name="jaya shanker" userId="d761f79c20cafd6f" providerId="LiveId" clId="{B72BE1A4-00A7-42CC-AA1E-E471EF6CE213}" dt="2026-09-10T12:39:51.428" v="602" actId="1076"/>
          <ac:spMkLst>
            <pc:docMk/>
            <pc:sldMk cId="1837486054" sldId="272"/>
            <ac:spMk id="16" creationId="{E3804FA3-3247-4A70-A0AB-D0005C666E36}"/>
          </ac:spMkLst>
        </pc:spChg>
        <pc:spChg chg="add mod">
          <ac:chgData name="jaya shanker" userId="d761f79c20cafd6f" providerId="LiveId" clId="{B72BE1A4-00A7-42CC-AA1E-E471EF6CE213}" dt="2026-09-10T12:39:30.693" v="597" actId="1076"/>
          <ac:spMkLst>
            <pc:docMk/>
            <pc:sldMk cId="1837486054" sldId="272"/>
            <ac:spMk id="17" creationId="{92DFC457-F5BE-4E2C-9F9F-EB6033E97628}"/>
          </ac:spMkLst>
        </pc:spChg>
        <pc:spChg chg="add mod">
          <ac:chgData name="jaya shanker" userId="d761f79c20cafd6f" providerId="LiveId" clId="{B72BE1A4-00A7-42CC-AA1E-E471EF6CE213}" dt="2026-09-10T12:39:37.586" v="598" actId="1076"/>
          <ac:spMkLst>
            <pc:docMk/>
            <pc:sldMk cId="1837486054" sldId="272"/>
            <ac:spMk id="18" creationId="{85F7538A-4A11-4C55-BCE0-3B0CF0A97DFF}"/>
          </ac:spMkLst>
        </pc:spChg>
        <pc:spChg chg="add mod">
          <ac:chgData name="jaya shanker" userId="d761f79c20cafd6f" providerId="LiveId" clId="{B72BE1A4-00A7-42CC-AA1E-E471EF6CE213}" dt="2026-09-10T12:39:41.992" v="599" actId="1076"/>
          <ac:spMkLst>
            <pc:docMk/>
            <pc:sldMk cId="1837486054" sldId="272"/>
            <ac:spMk id="19" creationId="{E7E74379-517F-4D47-952B-FA0799943E1F}"/>
          </ac:spMkLst>
        </pc:spChg>
        <pc:spChg chg="add mod">
          <ac:chgData name="jaya shanker" userId="d761f79c20cafd6f" providerId="LiveId" clId="{B72BE1A4-00A7-42CC-AA1E-E471EF6CE213}" dt="2026-09-10T12:39:18.520" v="594" actId="1076"/>
          <ac:spMkLst>
            <pc:docMk/>
            <pc:sldMk cId="1837486054" sldId="272"/>
            <ac:spMk id="20" creationId="{7FC3E7CA-B55C-4C70-93C5-512954EB4189}"/>
          </ac:spMkLst>
        </pc:spChg>
        <pc:spChg chg="add mod">
          <ac:chgData name="jaya shanker" userId="d761f79c20cafd6f" providerId="LiveId" clId="{B72BE1A4-00A7-42CC-AA1E-E471EF6CE213}" dt="2026-09-10T12:39:23.883" v="595" actId="1076"/>
          <ac:spMkLst>
            <pc:docMk/>
            <pc:sldMk cId="1837486054" sldId="272"/>
            <ac:spMk id="21" creationId="{D2FC8264-DF00-4554-9221-C14D76A4A780}"/>
          </ac:spMkLst>
        </pc:spChg>
        <pc:spChg chg="add mod">
          <ac:chgData name="jaya shanker" userId="d761f79c20cafd6f" providerId="LiveId" clId="{B72BE1A4-00A7-42CC-AA1E-E471EF6CE213}" dt="2026-09-10T12:39:27.664" v="596" actId="1076"/>
          <ac:spMkLst>
            <pc:docMk/>
            <pc:sldMk cId="1837486054" sldId="272"/>
            <ac:spMk id="22" creationId="{82388A7C-C7B5-462A-B6DB-5A56889F2203}"/>
          </ac:spMkLst>
        </pc:spChg>
        <pc:spChg chg="add del mod">
          <ac:chgData name="jaya shanker" userId="d761f79c20cafd6f" providerId="LiveId" clId="{B72BE1A4-00A7-42CC-AA1E-E471EF6CE213}" dt="2026-09-10T12:39:15.282" v="593" actId="21"/>
          <ac:spMkLst>
            <pc:docMk/>
            <pc:sldMk cId="1837486054" sldId="272"/>
            <ac:spMk id="23" creationId="{177D9CFF-F050-445E-AB35-B11F6A0AFDBA}"/>
          </ac:spMkLst>
        </pc:spChg>
        <pc:spChg chg="add del mod">
          <ac:chgData name="jaya shanker" userId="d761f79c20cafd6f" providerId="LiveId" clId="{B72BE1A4-00A7-42CC-AA1E-E471EF6CE213}" dt="2026-09-10T12:39:12.613" v="592" actId="21"/>
          <ac:spMkLst>
            <pc:docMk/>
            <pc:sldMk cId="1837486054" sldId="272"/>
            <ac:spMk id="24" creationId="{117B8D22-652E-47E4-A518-59AC6D32A999}"/>
          </ac:spMkLst>
        </pc:spChg>
      </pc:sldChg>
      <pc:sldChg chg="addSp delSp modSp new mod">
        <pc:chgData name="jaya shanker" userId="d761f79c20cafd6f" providerId="LiveId" clId="{B72BE1A4-00A7-42CC-AA1E-E471EF6CE213}" dt="2026-09-10T12:43:37.137" v="634" actId="1076"/>
        <pc:sldMkLst>
          <pc:docMk/>
          <pc:sldMk cId="3236173376" sldId="273"/>
        </pc:sldMkLst>
        <pc:spChg chg="del">
          <ac:chgData name="jaya shanker" userId="d761f79c20cafd6f" providerId="LiveId" clId="{B72BE1A4-00A7-42CC-AA1E-E471EF6CE213}" dt="2026-09-10T12:40:59.016" v="611" actId="21"/>
          <ac:spMkLst>
            <pc:docMk/>
            <pc:sldMk cId="3236173376" sldId="273"/>
            <ac:spMk id="2" creationId="{36DA0404-17FE-4F95-BE65-CA7FFC9EC62B}"/>
          </ac:spMkLst>
        </pc:spChg>
        <pc:spChg chg="del">
          <ac:chgData name="jaya shanker" userId="d761f79c20cafd6f" providerId="LiveId" clId="{B72BE1A4-00A7-42CC-AA1E-E471EF6CE213}" dt="2026-09-10T12:41:01.547" v="612" actId="21"/>
          <ac:spMkLst>
            <pc:docMk/>
            <pc:sldMk cId="3236173376" sldId="273"/>
            <ac:spMk id="3" creationId="{A76BAC28-7794-44B3-8F9F-D44F178E24F1}"/>
          </ac:spMkLst>
        </pc:spChg>
        <pc:spChg chg="add del mod">
          <ac:chgData name="jaya shanker" userId="d761f79c20cafd6f" providerId="LiveId" clId="{B72BE1A4-00A7-42CC-AA1E-E471EF6CE213}" dt="2026-09-10T12:42:23.687" v="617" actId="21"/>
          <ac:spMkLst>
            <pc:docMk/>
            <pc:sldMk cId="3236173376" sldId="273"/>
            <ac:spMk id="4" creationId="{527AA62A-1EFE-46E5-A084-AF85C2D893A6}"/>
          </ac:spMkLst>
        </pc:spChg>
        <pc:spChg chg="add mod">
          <ac:chgData name="jaya shanker" userId="d761f79c20cafd6f" providerId="LiveId" clId="{B72BE1A4-00A7-42CC-AA1E-E471EF6CE213}" dt="2026-09-10T12:42:51.137" v="624" actId="20577"/>
          <ac:spMkLst>
            <pc:docMk/>
            <pc:sldMk cId="3236173376" sldId="273"/>
            <ac:spMk id="5" creationId="{9FD1E030-E871-4F91-A84F-8381CECC3108}"/>
          </ac:spMkLst>
        </pc:spChg>
        <pc:spChg chg="add mod">
          <ac:chgData name="jaya shanker" userId="d761f79c20cafd6f" providerId="LiveId" clId="{B72BE1A4-00A7-42CC-AA1E-E471EF6CE213}" dt="2026-09-10T12:42:57.393" v="625" actId="207"/>
          <ac:spMkLst>
            <pc:docMk/>
            <pc:sldMk cId="3236173376" sldId="273"/>
            <ac:spMk id="6" creationId="{8756B7C4-48BE-4268-AA1D-49A377BDAB90}"/>
          </ac:spMkLst>
        </pc:spChg>
        <pc:spChg chg="add mod">
          <ac:chgData name="jaya shanker" userId="d761f79c20cafd6f" providerId="LiveId" clId="{B72BE1A4-00A7-42CC-AA1E-E471EF6CE213}" dt="2026-09-10T12:42:36.752" v="619" actId="255"/>
          <ac:spMkLst>
            <pc:docMk/>
            <pc:sldMk cId="3236173376" sldId="273"/>
            <ac:spMk id="7" creationId="{625CB3C3-68F4-4DC3-B3E1-6F6899D313A4}"/>
          </ac:spMkLst>
        </pc:spChg>
        <pc:spChg chg="add mod">
          <ac:chgData name="jaya shanker" userId="d761f79c20cafd6f" providerId="LiveId" clId="{B72BE1A4-00A7-42CC-AA1E-E471EF6CE213}" dt="2026-09-10T12:43:09.371" v="628" actId="1076"/>
          <ac:spMkLst>
            <pc:docMk/>
            <pc:sldMk cId="3236173376" sldId="273"/>
            <ac:spMk id="8" creationId="{EB33D407-30CE-4705-B93C-5C748594DDA8}"/>
          </ac:spMkLst>
        </pc:spChg>
        <pc:spChg chg="add mod">
          <ac:chgData name="jaya shanker" userId="d761f79c20cafd6f" providerId="LiveId" clId="{B72BE1A4-00A7-42CC-AA1E-E471EF6CE213}" dt="2026-09-10T12:42:36.752" v="619" actId="255"/>
          <ac:spMkLst>
            <pc:docMk/>
            <pc:sldMk cId="3236173376" sldId="273"/>
            <ac:spMk id="9" creationId="{EA19598A-E1ED-48E4-BB81-73CB35082F7B}"/>
          </ac:spMkLst>
        </pc:spChg>
        <pc:spChg chg="add mod">
          <ac:chgData name="jaya shanker" userId="d761f79c20cafd6f" providerId="LiveId" clId="{B72BE1A4-00A7-42CC-AA1E-E471EF6CE213}" dt="2026-09-10T12:42:36.752" v="619" actId="255"/>
          <ac:spMkLst>
            <pc:docMk/>
            <pc:sldMk cId="3236173376" sldId="273"/>
            <ac:spMk id="10" creationId="{ED9DABA2-D629-47F5-86DA-CD4AF3D3D470}"/>
          </ac:spMkLst>
        </pc:spChg>
        <pc:spChg chg="add mod">
          <ac:chgData name="jaya shanker" userId="d761f79c20cafd6f" providerId="LiveId" clId="{B72BE1A4-00A7-42CC-AA1E-E471EF6CE213}" dt="2026-09-10T12:42:36.752" v="619" actId="255"/>
          <ac:spMkLst>
            <pc:docMk/>
            <pc:sldMk cId="3236173376" sldId="273"/>
            <ac:spMk id="11" creationId="{56FD384E-2031-4C0A-A925-FB93288F9E6A}"/>
          </ac:spMkLst>
        </pc:spChg>
        <pc:spChg chg="add mod">
          <ac:chgData name="jaya shanker" userId="d761f79c20cafd6f" providerId="LiveId" clId="{B72BE1A4-00A7-42CC-AA1E-E471EF6CE213}" dt="2026-09-10T12:42:36.752" v="619" actId="255"/>
          <ac:spMkLst>
            <pc:docMk/>
            <pc:sldMk cId="3236173376" sldId="273"/>
            <ac:spMk id="12" creationId="{1CB62EF1-264C-4A2F-9CA6-94197DD84988}"/>
          </ac:spMkLst>
        </pc:spChg>
        <pc:spChg chg="add mod">
          <ac:chgData name="jaya shanker" userId="d761f79c20cafd6f" providerId="LiveId" clId="{B72BE1A4-00A7-42CC-AA1E-E471EF6CE213}" dt="2026-09-10T12:42:36.752" v="619" actId="255"/>
          <ac:spMkLst>
            <pc:docMk/>
            <pc:sldMk cId="3236173376" sldId="273"/>
            <ac:spMk id="13" creationId="{C5411DA2-5718-449C-B677-28AA3FD95B2D}"/>
          </ac:spMkLst>
        </pc:spChg>
        <pc:spChg chg="add mod">
          <ac:chgData name="jaya shanker" userId="d761f79c20cafd6f" providerId="LiveId" clId="{B72BE1A4-00A7-42CC-AA1E-E471EF6CE213}" dt="2026-09-10T12:43:37.137" v="634" actId="1076"/>
          <ac:spMkLst>
            <pc:docMk/>
            <pc:sldMk cId="3236173376" sldId="273"/>
            <ac:spMk id="14" creationId="{5CD4E592-D625-447B-ABB0-0912C3EA298C}"/>
          </ac:spMkLst>
        </pc:spChg>
        <pc:spChg chg="add mod">
          <ac:chgData name="jaya shanker" userId="d761f79c20cafd6f" providerId="LiveId" clId="{B72BE1A4-00A7-42CC-AA1E-E471EF6CE213}" dt="2026-09-10T12:43:28.729" v="632" actId="1076"/>
          <ac:spMkLst>
            <pc:docMk/>
            <pc:sldMk cId="3236173376" sldId="273"/>
            <ac:spMk id="15" creationId="{046C1EFE-AB0F-4205-ACE2-FBAFD2967CF4}"/>
          </ac:spMkLst>
        </pc:spChg>
        <pc:spChg chg="add mod">
          <ac:chgData name="jaya shanker" userId="d761f79c20cafd6f" providerId="LiveId" clId="{B72BE1A4-00A7-42CC-AA1E-E471EF6CE213}" dt="2026-09-10T12:42:36.752" v="619" actId="255"/>
          <ac:spMkLst>
            <pc:docMk/>
            <pc:sldMk cId="3236173376" sldId="273"/>
            <ac:spMk id="16" creationId="{7DF4073A-4504-4EA3-9D32-3FF790396E5F}"/>
          </ac:spMkLst>
        </pc:spChg>
        <pc:spChg chg="add mod">
          <ac:chgData name="jaya shanker" userId="d761f79c20cafd6f" providerId="LiveId" clId="{B72BE1A4-00A7-42CC-AA1E-E471EF6CE213}" dt="2026-09-10T12:43:21.158" v="631" actId="1076"/>
          <ac:spMkLst>
            <pc:docMk/>
            <pc:sldMk cId="3236173376" sldId="273"/>
            <ac:spMk id="17" creationId="{4196426D-9AD1-45A5-A34A-488A1C8AF577}"/>
          </ac:spMkLst>
        </pc:spChg>
        <pc:spChg chg="add mod">
          <ac:chgData name="jaya shanker" userId="d761f79c20cafd6f" providerId="LiveId" clId="{B72BE1A4-00A7-42CC-AA1E-E471EF6CE213}" dt="2026-09-10T12:42:36.752" v="619" actId="255"/>
          <ac:spMkLst>
            <pc:docMk/>
            <pc:sldMk cId="3236173376" sldId="273"/>
            <ac:spMk id="18" creationId="{D9B0D90A-6741-426F-9179-CDF1B0286262}"/>
          </ac:spMkLst>
        </pc:spChg>
        <pc:spChg chg="add mod">
          <ac:chgData name="jaya shanker" userId="d761f79c20cafd6f" providerId="LiveId" clId="{B72BE1A4-00A7-42CC-AA1E-E471EF6CE213}" dt="2026-09-10T12:42:36.752" v="619" actId="255"/>
          <ac:spMkLst>
            <pc:docMk/>
            <pc:sldMk cId="3236173376" sldId="273"/>
            <ac:spMk id="19" creationId="{81BBB85C-50E0-4A3B-9D25-2194DB618F93}"/>
          </ac:spMkLst>
        </pc:spChg>
        <pc:spChg chg="add mod">
          <ac:chgData name="jaya shanker" userId="d761f79c20cafd6f" providerId="LiveId" clId="{B72BE1A4-00A7-42CC-AA1E-E471EF6CE213}" dt="2026-09-10T12:43:14.628" v="629" actId="1076"/>
          <ac:spMkLst>
            <pc:docMk/>
            <pc:sldMk cId="3236173376" sldId="273"/>
            <ac:spMk id="20" creationId="{C26A935D-1592-4102-8246-823B778C18C5}"/>
          </ac:spMkLst>
        </pc:spChg>
        <pc:spChg chg="add mod">
          <ac:chgData name="jaya shanker" userId="d761f79c20cafd6f" providerId="LiveId" clId="{B72BE1A4-00A7-42CC-AA1E-E471EF6CE213}" dt="2026-09-10T12:42:36.752" v="619" actId="255"/>
          <ac:spMkLst>
            <pc:docMk/>
            <pc:sldMk cId="3236173376" sldId="273"/>
            <ac:spMk id="21" creationId="{DBED9361-F3F5-46DB-89E7-5DDDAD489176}"/>
          </ac:spMkLst>
        </pc:spChg>
        <pc:spChg chg="add mod">
          <ac:chgData name="jaya shanker" userId="d761f79c20cafd6f" providerId="LiveId" clId="{B72BE1A4-00A7-42CC-AA1E-E471EF6CE213}" dt="2026-09-10T12:42:36.752" v="619" actId="255"/>
          <ac:spMkLst>
            <pc:docMk/>
            <pc:sldMk cId="3236173376" sldId="273"/>
            <ac:spMk id="22" creationId="{DD78938B-4105-4D51-A010-9AEA58EEC9BF}"/>
          </ac:spMkLst>
        </pc:spChg>
        <pc:spChg chg="add mod">
          <ac:chgData name="jaya shanker" userId="d761f79c20cafd6f" providerId="LiveId" clId="{B72BE1A4-00A7-42CC-AA1E-E471EF6CE213}" dt="2026-09-10T12:43:18.662" v="630" actId="1076"/>
          <ac:spMkLst>
            <pc:docMk/>
            <pc:sldMk cId="3236173376" sldId="273"/>
            <ac:spMk id="23" creationId="{8DD9BE81-B3E2-46D1-A8B3-D5DF3725B76B}"/>
          </ac:spMkLst>
        </pc:spChg>
        <pc:spChg chg="add mod">
          <ac:chgData name="jaya shanker" userId="d761f79c20cafd6f" providerId="LiveId" clId="{B72BE1A4-00A7-42CC-AA1E-E471EF6CE213}" dt="2026-09-10T12:42:36.752" v="619" actId="255"/>
          <ac:spMkLst>
            <pc:docMk/>
            <pc:sldMk cId="3236173376" sldId="273"/>
            <ac:spMk id="24" creationId="{EC37F809-DF6A-49DA-ACEC-B635A2D268E3}"/>
          </ac:spMkLst>
        </pc:spChg>
        <pc:spChg chg="add mod">
          <ac:chgData name="jaya shanker" userId="d761f79c20cafd6f" providerId="LiveId" clId="{B72BE1A4-00A7-42CC-AA1E-E471EF6CE213}" dt="2026-09-10T12:42:36.752" v="619" actId="255"/>
          <ac:spMkLst>
            <pc:docMk/>
            <pc:sldMk cId="3236173376" sldId="273"/>
            <ac:spMk id="25" creationId="{E650E45F-E5FE-4734-97D0-5FA44D4D268E}"/>
          </ac:spMkLst>
        </pc:spChg>
        <pc:spChg chg="add del mod">
          <ac:chgData name="jaya shanker" userId="d761f79c20cafd6f" providerId="LiveId" clId="{B72BE1A4-00A7-42CC-AA1E-E471EF6CE213}" dt="2026-09-10T12:43:01.639" v="626" actId="21"/>
          <ac:spMkLst>
            <pc:docMk/>
            <pc:sldMk cId="3236173376" sldId="273"/>
            <ac:spMk id="26" creationId="{E95FD9FE-76A2-4086-835A-AF09B6C532B4}"/>
          </ac:spMkLst>
        </pc:spChg>
        <pc:spChg chg="add del mod">
          <ac:chgData name="jaya shanker" userId="d761f79c20cafd6f" providerId="LiveId" clId="{B72BE1A4-00A7-42CC-AA1E-E471EF6CE213}" dt="2026-09-10T12:43:04.879" v="627" actId="21"/>
          <ac:spMkLst>
            <pc:docMk/>
            <pc:sldMk cId="3236173376" sldId="273"/>
            <ac:spMk id="27" creationId="{F460CB3A-CB1D-428E-B3EB-F35A6EABE332}"/>
          </ac:spMkLst>
        </pc:spChg>
      </pc:sldChg>
      <pc:sldChg chg="addSp delSp modSp new mod">
        <pc:chgData name="jaya shanker" userId="d761f79c20cafd6f" providerId="LiveId" clId="{B72BE1A4-00A7-42CC-AA1E-E471EF6CE213}" dt="2026-09-10T12:54:27.651" v="728" actId="115"/>
        <pc:sldMkLst>
          <pc:docMk/>
          <pc:sldMk cId="3874377739" sldId="274"/>
        </pc:sldMkLst>
        <pc:spChg chg="del">
          <ac:chgData name="jaya shanker" userId="d761f79c20cafd6f" providerId="LiveId" clId="{B72BE1A4-00A7-42CC-AA1E-E471EF6CE213}" dt="2026-09-10T12:43:57.997" v="636" actId="21"/>
          <ac:spMkLst>
            <pc:docMk/>
            <pc:sldMk cId="3874377739" sldId="274"/>
            <ac:spMk id="2" creationId="{890B31D4-B917-4854-ACB9-E290A36A0DB9}"/>
          </ac:spMkLst>
        </pc:spChg>
        <pc:spChg chg="del">
          <ac:chgData name="jaya shanker" userId="d761f79c20cafd6f" providerId="LiveId" clId="{B72BE1A4-00A7-42CC-AA1E-E471EF6CE213}" dt="2026-09-10T12:44:01.327" v="637" actId="21"/>
          <ac:spMkLst>
            <pc:docMk/>
            <pc:sldMk cId="3874377739" sldId="274"/>
            <ac:spMk id="3" creationId="{A875A562-0E2E-4AFA-9697-6FB395780FAF}"/>
          </ac:spMkLst>
        </pc:spChg>
        <pc:spChg chg="add del mod">
          <ac:chgData name="jaya shanker" userId="d761f79c20cafd6f" providerId="LiveId" clId="{B72BE1A4-00A7-42CC-AA1E-E471EF6CE213}" dt="2026-09-10T12:46:34.976" v="642"/>
          <ac:spMkLst>
            <pc:docMk/>
            <pc:sldMk cId="3874377739" sldId="274"/>
            <ac:spMk id="4" creationId="{3E2C4A30-6554-43AD-946E-5D81C393CCDD}"/>
          </ac:spMkLst>
        </pc:spChg>
        <pc:spChg chg="add del mod">
          <ac:chgData name="jaya shanker" userId="d761f79c20cafd6f" providerId="LiveId" clId="{B72BE1A4-00A7-42CC-AA1E-E471EF6CE213}" dt="2026-09-10T12:48:29.136" v="653" actId="21"/>
          <ac:spMkLst>
            <pc:docMk/>
            <pc:sldMk cId="3874377739" sldId="274"/>
            <ac:spMk id="5" creationId="{3DDF3C82-A009-43F0-B9D3-E3767ADF8203}"/>
          </ac:spMkLst>
        </pc:spChg>
        <pc:spChg chg="add mod">
          <ac:chgData name="jaya shanker" userId="d761f79c20cafd6f" providerId="LiveId" clId="{B72BE1A4-00A7-42CC-AA1E-E471EF6CE213}" dt="2026-09-10T12:54:27.651" v="728" actId="115"/>
          <ac:spMkLst>
            <pc:docMk/>
            <pc:sldMk cId="3874377739" sldId="274"/>
            <ac:spMk id="6" creationId="{F7F1E976-DB0A-46CC-B689-EC38FD4FC19A}"/>
          </ac:spMkLst>
        </pc:spChg>
      </pc:sldChg>
      <pc:sldChg chg="addSp delSp modSp new mod">
        <pc:chgData name="jaya shanker" userId="d761f79c20cafd6f" providerId="LiveId" clId="{B72BE1A4-00A7-42CC-AA1E-E471EF6CE213}" dt="2026-09-10T12:56:47.564" v="746" actId="207"/>
        <pc:sldMkLst>
          <pc:docMk/>
          <pc:sldMk cId="3652079144" sldId="275"/>
        </pc:sldMkLst>
        <pc:spChg chg="del">
          <ac:chgData name="jaya shanker" userId="d761f79c20cafd6f" providerId="LiveId" clId="{B72BE1A4-00A7-42CC-AA1E-E471EF6CE213}" dt="2026-09-10T12:52:21.617" v="692" actId="21"/>
          <ac:spMkLst>
            <pc:docMk/>
            <pc:sldMk cId="3652079144" sldId="275"/>
            <ac:spMk id="2" creationId="{B850C595-CBE2-4B63-B629-43B97076C59F}"/>
          </ac:spMkLst>
        </pc:spChg>
        <pc:spChg chg="del mod">
          <ac:chgData name="jaya shanker" userId="d761f79c20cafd6f" providerId="LiveId" clId="{B72BE1A4-00A7-42CC-AA1E-E471EF6CE213}" dt="2026-09-10T12:52:25.710" v="694"/>
          <ac:spMkLst>
            <pc:docMk/>
            <pc:sldMk cId="3652079144" sldId="275"/>
            <ac:spMk id="3" creationId="{8FFD78AB-2B8F-4A75-BC08-15D9CE5F5C09}"/>
          </ac:spMkLst>
        </pc:spChg>
        <pc:spChg chg="add mod">
          <ac:chgData name="jaya shanker" userId="d761f79c20cafd6f" providerId="LiveId" clId="{B72BE1A4-00A7-42CC-AA1E-E471EF6CE213}" dt="2026-09-10T12:56:47.564" v="746" actId="207"/>
          <ac:spMkLst>
            <pc:docMk/>
            <pc:sldMk cId="3652079144" sldId="275"/>
            <ac:spMk id="4" creationId="{83B4E57C-086B-4BB0-994F-0B4DD83BC2E0}"/>
          </ac:spMkLst>
        </pc:spChg>
      </pc:sldChg>
      <pc:sldChg chg="addSp delSp modSp new mod">
        <pc:chgData name="jaya shanker" userId="d761f79c20cafd6f" providerId="LiveId" clId="{B72BE1A4-00A7-42CC-AA1E-E471EF6CE213}" dt="2026-09-10T12:56:01.549" v="744" actId="14100"/>
        <pc:sldMkLst>
          <pc:docMk/>
          <pc:sldMk cId="2051532775" sldId="276"/>
        </pc:sldMkLst>
        <pc:spChg chg="del">
          <ac:chgData name="jaya shanker" userId="d761f79c20cafd6f" providerId="LiveId" clId="{B72BE1A4-00A7-42CC-AA1E-E471EF6CE213}" dt="2026-09-10T12:54:45.545" v="730" actId="21"/>
          <ac:spMkLst>
            <pc:docMk/>
            <pc:sldMk cId="2051532775" sldId="276"/>
            <ac:spMk id="2" creationId="{F4CF75B4-E9C4-4544-8C37-8BE1D0708DC7}"/>
          </ac:spMkLst>
        </pc:spChg>
        <pc:spChg chg="del">
          <ac:chgData name="jaya shanker" userId="d761f79c20cafd6f" providerId="LiveId" clId="{B72BE1A4-00A7-42CC-AA1E-E471EF6CE213}" dt="2026-09-10T12:54:47.625" v="731" actId="21"/>
          <ac:spMkLst>
            <pc:docMk/>
            <pc:sldMk cId="2051532775" sldId="276"/>
            <ac:spMk id="3" creationId="{4D448BDB-4D0D-4562-9DB6-04F9E81E897B}"/>
          </ac:spMkLst>
        </pc:spChg>
        <pc:spChg chg="add mod">
          <ac:chgData name="jaya shanker" userId="d761f79c20cafd6f" providerId="LiveId" clId="{B72BE1A4-00A7-42CC-AA1E-E471EF6CE213}" dt="2026-09-10T12:56:01.549" v="744" actId="14100"/>
          <ac:spMkLst>
            <pc:docMk/>
            <pc:sldMk cId="2051532775" sldId="276"/>
            <ac:spMk id="4" creationId="{31ABEC69-A15A-4DA1-85C6-08D1FF8276E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2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9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6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8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452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33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94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6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08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2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18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2433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964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04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40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84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271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EF9D7-33E3-437B-A919-EEBF6AFE6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C286D-8F56-4571-9F9B-1557DB672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A1E0C-FFC8-4360-AE6E-0790922C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80662-E6E7-4750-B164-0D3AD24AD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E2848-D68A-47DC-8E1B-53AF6A76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179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5CE8724-47CB-4DEF-899E-3B38FB3017A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F31493A-9C10-485B-A37F-1B1D6FAA7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12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E6439-440E-4F57-990D-814F26097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9840" y="274320"/>
            <a:ext cx="6807200" cy="1417002"/>
          </a:xfrm>
        </p:spPr>
        <p:txBody>
          <a:bodyPr>
            <a:normAutofit fontScale="90000"/>
          </a:bodyPr>
          <a:lstStyle/>
          <a:p>
            <a:br>
              <a:rPr lang="en-US" sz="4400" dirty="0"/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OLIST E-COMMERCE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71CB5-8CF1-4B44-9AF3-EE7E00A88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5491" y="1966278"/>
            <a:ext cx="5486400" cy="766762"/>
          </a:xfrm>
        </p:spPr>
        <p:txBody>
          <a:bodyPr/>
          <a:lstStyle/>
          <a:p>
            <a:r>
              <a:rPr lang="en-US" sz="2400" b="1" u="none" strike="noStrike" dirty="0">
                <a:solidFill>
                  <a:schemeClr val="tx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Power BI Capstone Project</a:t>
            </a:r>
          </a:p>
          <a:p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34FA82B-636F-4683-A6AC-A6BFD25732A1}"/>
              </a:ext>
            </a:extLst>
          </p:cNvPr>
          <p:cNvSpPr/>
          <p:nvPr/>
        </p:nvSpPr>
        <p:spPr>
          <a:xfrm>
            <a:off x="1107440" y="3076065"/>
            <a:ext cx="1041400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Turning multi-table Brazilian e-commerce data into an interactive decision-support dashboard.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30AC5B27-882E-4D69-A90B-3C4BDFA8DB30}"/>
              </a:ext>
            </a:extLst>
          </p:cNvPr>
          <p:cNvSpPr/>
          <p:nvPr/>
        </p:nvSpPr>
        <p:spPr>
          <a:xfrm>
            <a:off x="2407920" y="3576320"/>
            <a:ext cx="7376160" cy="2854960"/>
          </a:xfrm>
          <a:prstGeom prst="roundRect">
            <a:avLst>
              <a:gd name="adj" fmla="val 16667"/>
            </a:avLst>
          </a:prstGeom>
          <a:solidFill>
            <a:srgbClr val="1C3148"/>
          </a:solidFill>
          <a:ln w="8890">
            <a:solidFill>
              <a:srgbClr val="37506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8EB9E72A-A877-4C91-A8B7-5ADE76F2A9A7}"/>
              </a:ext>
            </a:extLst>
          </p:cNvPr>
          <p:cNvSpPr/>
          <p:nvPr/>
        </p:nvSpPr>
        <p:spPr>
          <a:xfrm>
            <a:off x="2677160" y="3835623"/>
            <a:ext cx="251424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6A0AB98-6CE4-4563-AC1F-937E73B2A3C8}"/>
              </a:ext>
            </a:extLst>
          </p:cNvPr>
          <p:cNvSpPr/>
          <p:nvPr/>
        </p:nvSpPr>
        <p:spPr>
          <a:xfrm>
            <a:off x="6769011" y="3835623"/>
            <a:ext cx="251424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6CF2AEB7-8FFD-476B-83E5-044F8A7468CC}"/>
              </a:ext>
            </a:extLst>
          </p:cNvPr>
          <p:cNvSpPr/>
          <p:nvPr/>
        </p:nvSpPr>
        <p:spPr>
          <a:xfrm>
            <a:off x="4965591" y="5178556"/>
            <a:ext cx="251424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26C0846F-69E7-465D-AA1D-89FF3091B9F2}"/>
              </a:ext>
            </a:extLst>
          </p:cNvPr>
          <p:cNvSpPr/>
          <p:nvPr/>
        </p:nvSpPr>
        <p:spPr>
          <a:xfrm>
            <a:off x="3405960" y="3954305"/>
            <a:ext cx="105664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AEEE4C2E-BE0A-4F9F-B1B2-CE9A0F514ECD}"/>
              </a:ext>
            </a:extLst>
          </p:cNvPr>
          <p:cNvSpPr/>
          <p:nvPr/>
        </p:nvSpPr>
        <p:spPr>
          <a:xfrm>
            <a:off x="3445040" y="4260628"/>
            <a:ext cx="978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99,441</a:t>
            </a:r>
            <a:endParaRPr lang="en-US" sz="2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Brazilian E-Commerce Public Dataset by Olist">
            <a:extLst>
              <a:ext uri="{FF2B5EF4-FFF2-40B4-BE49-F238E27FC236}">
                <a16:creationId xmlns:a16="http://schemas.microsoft.com/office/drawing/2014/main" id="{0C1C2C1F-81F8-4721-9649-76E73D477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360" y="-12439"/>
            <a:ext cx="3215640" cy="284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096562F2-CFCB-4380-83F3-C8D02A50F287}"/>
              </a:ext>
            </a:extLst>
          </p:cNvPr>
          <p:cNvSpPr/>
          <p:nvPr/>
        </p:nvSpPr>
        <p:spPr>
          <a:xfrm>
            <a:off x="7151840" y="3987068"/>
            <a:ext cx="218520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ITEM-PRICE GMV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AFE20C5E-B4C4-4A65-B88E-8D04EAC1B7DE}"/>
              </a:ext>
            </a:extLst>
          </p:cNvPr>
          <p:cNvSpPr/>
          <p:nvPr/>
        </p:nvSpPr>
        <p:spPr>
          <a:xfrm>
            <a:off x="7353120" y="4260628"/>
            <a:ext cx="1494051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$ 13.59M</a:t>
            </a:r>
            <a:endParaRPr lang="en-US" sz="2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DE467E-C042-4CC6-BEF2-98FA7573E4E5}"/>
              </a:ext>
            </a:extLst>
          </p:cNvPr>
          <p:cNvSpPr/>
          <p:nvPr/>
        </p:nvSpPr>
        <p:spPr>
          <a:xfrm>
            <a:off x="5676411" y="5631282"/>
            <a:ext cx="10926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96,096</a:t>
            </a:r>
            <a:endParaRPr lang="en-US" sz="2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04BC571F-46DA-4B0D-844E-04F3FB6FFC8F}"/>
              </a:ext>
            </a:extLst>
          </p:cNvPr>
          <p:cNvSpPr/>
          <p:nvPr/>
        </p:nvSpPr>
        <p:spPr>
          <a:xfrm>
            <a:off x="5354120" y="5304937"/>
            <a:ext cx="192064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UNIQUE CUSTOMERS</a:t>
            </a:r>
            <a:endParaRPr lang="en-US" sz="1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Olist Ecommerce Operations Analysis | by Michael Angelo David | Medium">
            <a:extLst>
              <a:ext uri="{FF2B5EF4-FFF2-40B4-BE49-F238E27FC236}">
                <a16:creationId xmlns:a16="http://schemas.microsoft.com/office/drawing/2014/main" id="{D87EAAC3-EEA8-4C4C-9D23-61D320BA9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4228"/>
            <a:ext cx="3215640" cy="2842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5">
            <a:extLst>
              <a:ext uri="{FF2B5EF4-FFF2-40B4-BE49-F238E27FC236}">
                <a16:creationId xmlns:a16="http://schemas.microsoft.com/office/drawing/2014/main" id="{4C3EB856-15D1-45AF-ADCA-FDB5A23EE4DE}"/>
              </a:ext>
            </a:extLst>
          </p:cNvPr>
          <p:cNvSpPr/>
          <p:nvPr/>
        </p:nvSpPr>
        <p:spPr>
          <a:xfrm>
            <a:off x="3075491" y="6512747"/>
            <a:ext cx="7051039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Dataset: Brazilian E-Commerce Public Dataset by Olist • Analysis period: 2016–2018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8E650BD5-D79D-4676-B277-80E0C0ED2294}"/>
              </a:ext>
            </a:extLst>
          </p:cNvPr>
          <p:cNvSpPr/>
          <p:nvPr/>
        </p:nvSpPr>
        <p:spPr>
          <a:xfrm>
            <a:off x="11521440" y="6175757"/>
            <a:ext cx="271527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1" dirty="0">
                <a:solidFill>
                  <a:srgbClr val="6570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002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A051B745-37EB-43EB-95B1-ECE5B0E7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65255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Business Context and Scope of Dataset</a:t>
            </a:r>
            <a:endParaRPr lang="en-US" sz="25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668DA460-75F4-4392-AC62-9F4663656F70}"/>
              </a:ext>
            </a:extLst>
          </p:cNvPr>
          <p:cNvSpPr/>
          <p:nvPr/>
        </p:nvSpPr>
        <p:spPr>
          <a:xfrm>
            <a:off x="452298" y="1190680"/>
            <a:ext cx="5308422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EBE8B5-AA7C-48C6-8403-3267AD6CAC65}"/>
              </a:ext>
            </a:extLst>
          </p:cNvPr>
          <p:cNvSpPr txBox="1"/>
          <p:nvPr/>
        </p:nvSpPr>
        <p:spPr>
          <a:xfrm>
            <a:off x="2387598" y="1456789"/>
            <a:ext cx="1391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Olist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0B6F9F-21F8-4F08-9A04-F1E44C8CBF02}"/>
              </a:ext>
            </a:extLst>
          </p:cNvPr>
          <p:cNvSpPr txBox="1"/>
          <p:nvPr/>
        </p:nvSpPr>
        <p:spPr>
          <a:xfrm>
            <a:off x="721360" y="1940560"/>
            <a:ext cx="50393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Brazilian retail technology and marketplace ecosystem.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Public dataset reflects roughly 100k orders from 2016–2018.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Data spans orders, products, customers, sellers, payments, reviews and geography.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is a historical analytics case study — not current Olist company performance.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EFF887C3-CEAB-4712-8401-8E46B8F07CEB}"/>
              </a:ext>
            </a:extLst>
          </p:cNvPr>
          <p:cNvSpPr/>
          <p:nvPr/>
        </p:nvSpPr>
        <p:spPr>
          <a:xfrm>
            <a:off x="6200414" y="1190680"/>
            <a:ext cx="5775776" cy="48916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8890">
            <a:solidFill>
              <a:schemeClr val="bg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6DB986DD-9FB0-4D76-AF32-D54191A6E013}"/>
              </a:ext>
            </a:extLst>
          </p:cNvPr>
          <p:cNvSpPr/>
          <p:nvPr/>
        </p:nvSpPr>
        <p:spPr>
          <a:xfrm>
            <a:off x="7757160" y="1399738"/>
            <a:ext cx="2372360" cy="3832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questions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1DA5B7EE-5D98-4924-9715-21DBC937455F}"/>
              </a:ext>
            </a:extLst>
          </p:cNvPr>
          <p:cNvSpPr/>
          <p:nvPr/>
        </p:nvSpPr>
        <p:spPr>
          <a:xfrm>
            <a:off x="6537960" y="2135363"/>
            <a:ext cx="272796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Commercial performance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126E4303-6307-4556-8A28-83F810C380F5}"/>
              </a:ext>
            </a:extLst>
          </p:cNvPr>
          <p:cNvSpPr/>
          <p:nvPr/>
        </p:nvSpPr>
        <p:spPr>
          <a:xfrm>
            <a:off x="6537960" y="2855175"/>
            <a:ext cx="1874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Portfolio mix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20B35779-7810-49BE-AC8A-47067ACAC0BB}"/>
              </a:ext>
            </a:extLst>
          </p:cNvPr>
          <p:cNvSpPr/>
          <p:nvPr/>
        </p:nvSpPr>
        <p:spPr>
          <a:xfrm>
            <a:off x="6537960" y="3555098"/>
            <a:ext cx="1874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Customer experience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9F788A32-AE62-43A2-8BE4-B5E9FED70C38}"/>
              </a:ext>
            </a:extLst>
          </p:cNvPr>
          <p:cNvSpPr/>
          <p:nvPr/>
        </p:nvSpPr>
        <p:spPr>
          <a:xfrm>
            <a:off x="6537960" y="4276191"/>
            <a:ext cx="1874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Fulfillment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8E94F8EC-8751-4105-9D4D-0F0C0CF8145B}"/>
              </a:ext>
            </a:extLst>
          </p:cNvPr>
          <p:cNvSpPr/>
          <p:nvPr/>
        </p:nvSpPr>
        <p:spPr>
          <a:xfrm>
            <a:off x="6537960" y="4976229"/>
            <a:ext cx="1874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Geography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1B498D10-047E-4EE4-BAA7-2DB97C428F06}"/>
              </a:ext>
            </a:extLst>
          </p:cNvPr>
          <p:cNvSpPr/>
          <p:nvPr/>
        </p:nvSpPr>
        <p:spPr>
          <a:xfrm>
            <a:off x="9265920" y="2150751"/>
            <a:ext cx="29073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How much value is generated</a:t>
            </a:r>
            <a:r>
              <a:rPr lang="en-US" sz="14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F2441BCF-2A0E-46C3-AFAE-17DC818826F7}"/>
              </a:ext>
            </a:extLst>
          </p:cNvPr>
          <p:cNvSpPr/>
          <p:nvPr/>
        </p:nvSpPr>
        <p:spPr>
          <a:xfrm>
            <a:off x="9265920" y="2856358"/>
            <a:ext cx="29073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Which categories drive GMV?</a:t>
            </a: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FEFB66AE-D742-4CAB-9E10-8941DC5E929B}"/>
              </a:ext>
            </a:extLst>
          </p:cNvPr>
          <p:cNvSpPr/>
          <p:nvPr/>
        </p:nvSpPr>
        <p:spPr>
          <a:xfrm>
            <a:off x="9265920" y="3555098"/>
            <a:ext cx="239776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Where are low reviews concentrated?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C1B40578-F5A1-411F-A17C-6320A65E6926}"/>
              </a:ext>
            </a:extLst>
          </p:cNvPr>
          <p:cNvSpPr/>
          <p:nvPr/>
        </p:nvSpPr>
        <p:spPr>
          <a:xfrm>
            <a:off x="9265920" y="4276191"/>
            <a:ext cx="239776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How successfully are orders delivered?</a:t>
            </a: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60D7DA5C-3E1E-49A2-A6A6-EE1C40538656}"/>
              </a:ext>
            </a:extLst>
          </p:cNvPr>
          <p:cNvSpPr/>
          <p:nvPr/>
        </p:nvSpPr>
        <p:spPr>
          <a:xfrm>
            <a:off x="9265920" y="4985377"/>
            <a:ext cx="260096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Which states drive demand and where is delivery slower?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4">
            <a:extLst>
              <a:ext uri="{FF2B5EF4-FFF2-40B4-BE49-F238E27FC236}">
                <a16:creationId xmlns:a16="http://schemas.microsoft.com/office/drawing/2014/main" id="{B81661E0-9A30-4FF9-B190-CC54B3FAC8FE}"/>
              </a:ext>
            </a:extLst>
          </p:cNvPr>
          <p:cNvSpPr/>
          <p:nvPr/>
        </p:nvSpPr>
        <p:spPr>
          <a:xfrm>
            <a:off x="11386713" y="347400"/>
            <a:ext cx="271527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1" dirty="0">
                <a:solidFill>
                  <a:srgbClr val="6570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783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BF77507-879F-4E9C-B8B1-05E99E7933F9}"/>
              </a:ext>
            </a:extLst>
          </p:cNvPr>
          <p:cNvSpPr/>
          <p:nvPr/>
        </p:nvSpPr>
        <p:spPr>
          <a:xfrm>
            <a:off x="502920" y="320040"/>
            <a:ext cx="4249025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 Landscape &amp; Data Types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6C58C274-1DBB-4E2B-954C-FEB809C328FA}"/>
              </a:ext>
            </a:extLst>
          </p:cNvPr>
          <p:cNvSpPr/>
          <p:nvPr/>
        </p:nvSpPr>
        <p:spPr>
          <a:xfrm>
            <a:off x="530280" y="859680"/>
            <a:ext cx="4208501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Eight</a:t>
            </a:r>
            <a:r>
              <a:rPr lang="en-US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source tables form the analytical base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558E5174-DA23-4A5E-92DD-667D4DE95711}"/>
              </a:ext>
            </a:extLst>
          </p:cNvPr>
          <p:cNvSpPr/>
          <p:nvPr/>
        </p:nvSpPr>
        <p:spPr>
          <a:xfrm>
            <a:off x="11361065" y="347400"/>
            <a:ext cx="29717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b="1" u="none" strike="noStrike" dirty="0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2573A42F-E105-4C83-8E0E-9518232A7B3A}"/>
              </a:ext>
            </a:extLst>
          </p:cNvPr>
          <p:cNvSpPr/>
          <p:nvPr/>
        </p:nvSpPr>
        <p:spPr>
          <a:xfrm>
            <a:off x="749880" y="1389960"/>
            <a:ext cx="19198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endParaRPr lang="en-US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0F5732D4-563B-4650-BB11-2A424A819AFC}"/>
              </a:ext>
            </a:extLst>
          </p:cNvPr>
          <p:cNvSpPr/>
          <p:nvPr/>
        </p:nvSpPr>
        <p:spPr>
          <a:xfrm>
            <a:off x="2743200" y="1389960"/>
            <a:ext cx="155412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Rows × </a:t>
            </a:r>
            <a:r>
              <a:rPr lang="en-US" b="1" u="none" strike="noStrike" dirty="0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9E9AA077-538E-459C-976B-B707D8D58640}"/>
              </a:ext>
            </a:extLst>
          </p:cNvPr>
          <p:cNvSpPr/>
          <p:nvPr/>
        </p:nvSpPr>
        <p:spPr>
          <a:xfrm>
            <a:off x="4434840" y="1389960"/>
            <a:ext cx="2742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Business role / data type</a:t>
            </a:r>
            <a:endParaRPr lang="en-US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0FBB0674-C9BD-48F7-A739-E4BBE1C6F0F0}"/>
              </a:ext>
            </a:extLst>
          </p:cNvPr>
          <p:cNvSpPr/>
          <p:nvPr/>
        </p:nvSpPr>
        <p:spPr>
          <a:xfrm>
            <a:off x="640080" y="1749731"/>
            <a:ext cx="10881000" cy="4111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9637DF55-3657-4C34-AF02-2C823CB8444C}"/>
              </a:ext>
            </a:extLst>
          </p:cNvPr>
          <p:cNvSpPr/>
          <p:nvPr/>
        </p:nvSpPr>
        <p:spPr>
          <a:xfrm>
            <a:off x="749880" y="1755720"/>
            <a:ext cx="1828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dirty="0">
                <a:solidFill>
                  <a:srgbClr val="111F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rders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E088AFE4-4F8B-4471-8C9C-2CBFB64F2922}"/>
              </a:ext>
            </a:extLst>
          </p:cNvPr>
          <p:cNvSpPr/>
          <p:nvPr/>
        </p:nvSpPr>
        <p:spPr>
          <a:xfrm>
            <a:off x="2761560" y="1755720"/>
            <a:ext cx="14626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99,441 × 8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F72936DC-9AD7-4C53-993C-61E5E6DFC307}"/>
              </a:ext>
            </a:extLst>
          </p:cNvPr>
          <p:cNvSpPr/>
          <p:nvPr/>
        </p:nvSpPr>
        <p:spPr>
          <a:xfrm>
            <a:off x="4434840" y="1755720"/>
            <a:ext cx="66747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Text + Date/Time + status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4EC0E216-7E67-4A33-992B-371FEACBD9B8}"/>
              </a:ext>
            </a:extLst>
          </p:cNvPr>
          <p:cNvSpPr/>
          <p:nvPr/>
        </p:nvSpPr>
        <p:spPr>
          <a:xfrm>
            <a:off x="749880" y="2240280"/>
            <a:ext cx="1828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dirty="0">
                <a:solidFill>
                  <a:srgbClr val="111F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rder_items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3F4F4EC1-73EA-43F6-86E2-30B78D9EA499}"/>
              </a:ext>
            </a:extLst>
          </p:cNvPr>
          <p:cNvSpPr/>
          <p:nvPr/>
        </p:nvSpPr>
        <p:spPr>
          <a:xfrm>
            <a:off x="2761560" y="2240280"/>
            <a:ext cx="14626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112,650 × 7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11D33612-7254-4BBF-B577-5C85C9648D90}"/>
              </a:ext>
            </a:extLst>
          </p:cNvPr>
          <p:cNvSpPr/>
          <p:nvPr/>
        </p:nvSpPr>
        <p:spPr>
          <a:xfrm>
            <a:off x="4434840" y="2240280"/>
            <a:ext cx="66747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IDs + numeric price/freight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9A429AAC-57FD-44CF-A033-D0C8634B766A}"/>
              </a:ext>
            </a:extLst>
          </p:cNvPr>
          <p:cNvSpPr/>
          <p:nvPr/>
        </p:nvSpPr>
        <p:spPr>
          <a:xfrm>
            <a:off x="640080" y="2715024"/>
            <a:ext cx="10881000" cy="3752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284159F5-7A0E-4CF9-9677-49098F45442D}"/>
              </a:ext>
            </a:extLst>
          </p:cNvPr>
          <p:cNvSpPr/>
          <p:nvPr/>
        </p:nvSpPr>
        <p:spPr>
          <a:xfrm>
            <a:off x="749880" y="2724840"/>
            <a:ext cx="1828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dirty="0">
                <a:solidFill>
                  <a:srgbClr val="111F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roducts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C322B62C-FFF3-4661-90DD-54E7246AA50F}"/>
              </a:ext>
            </a:extLst>
          </p:cNvPr>
          <p:cNvSpPr/>
          <p:nvPr/>
        </p:nvSpPr>
        <p:spPr>
          <a:xfrm>
            <a:off x="2761560" y="2724840"/>
            <a:ext cx="14626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32,951 × 9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C3B523DC-0EBD-492D-9173-D45A4CB585F0}"/>
              </a:ext>
            </a:extLst>
          </p:cNvPr>
          <p:cNvSpPr/>
          <p:nvPr/>
        </p:nvSpPr>
        <p:spPr>
          <a:xfrm>
            <a:off x="4434840" y="2724840"/>
            <a:ext cx="66747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Product attributes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E4AAA619-A51F-45F6-A18E-020742B415B8}"/>
              </a:ext>
            </a:extLst>
          </p:cNvPr>
          <p:cNvSpPr/>
          <p:nvPr/>
        </p:nvSpPr>
        <p:spPr>
          <a:xfrm>
            <a:off x="749880" y="3209400"/>
            <a:ext cx="1828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dirty="0">
                <a:solidFill>
                  <a:srgbClr val="111F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ustomers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A03837DD-B369-419F-9AAD-D58CB4C6AAA4}"/>
              </a:ext>
            </a:extLst>
          </p:cNvPr>
          <p:cNvSpPr/>
          <p:nvPr/>
        </p:nvSpPr>
        <p:spPr>
          <a:xfrm>
            <a:off x="2761560" y="3209400"/>
            <a:ext cx="14626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99,441 × 5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84484848-8A0D-4F65-9A2E-BA3E0EE644FC}"/>
              </a:ext>
            </a:extLst>
          </p:cNvPr>
          <p:cNvSpPr/>
          <p:nvPr/>
        </p:nvSpPr>
        <p:spPr>
          <a:xfrm>
            <a:off x="4434840" y="3209400"/>
            <a:ext cx="66747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IDs + location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5DCDBC5-4F94-4115-BDB0-67FD8AB633F6}"/>
              </a:ext>
            </a:extLst>
          </p:cNvPr>
          <p:cNvSpPr/>
          <p:nvPr/>
        </p:nvSpPr>
        <p:spPr>
          <a:xfrm>
            <a:off x="640080" y="3648600"/>
            <a:ext cx="10881000" cy="411120"/>
          </a:xfrm>
          <a:prstGeom prst="rect">
            <a:avLst/>
          </a:prstGeom>
          <a:solidFill>
            <a:srgbClr val="F9FBF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57F5D2A1-9465-4CB6-B2FC-A5171BE39F3F}"/>
              </a:ext>
            </a:extLst>
          </p:cNvPr>
          <p:cNvSpPr/>
          <p:nvPr/>
        </p:nvSpPr>
        <p:spPr>
          <a:xfrm>
            <a:off x="749880" y="3694320"/>
            <a:ext cx="1828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dirty="0">
                <a:solidFill>
                  <a:srgbClr val="111F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ellers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FDDB8DEB-C4CB-4364-AA35-EF90C32933AC}"/>
              </a:ext>
            </a:extLst>
          </p:cNvPr>
          <p:cNvSpPr/>
          <p:nvPr/>
        </p:nvSpPr>
        <p:spPr>
          <a:xfrm>
            <a:off x="2761560" y="3694320"/>
            <a:ext cx="14626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3,095 × 4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3D6133A1-4CFF-4839-B230-0A744E8DB601}"/>
              </a:ext>
            </a:extLst>
          </p:cNvPr>
          <p:cNvSpPr/>
          <p:nvPr/>
        </p:nvSpPr>
        <p:spPr>
          <a:xfrm>
            <a:off x="4434840" y="3694320"/>
            <a:ext cx="6674760" cy="367878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Seller + location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7">
            <a:extLst>
              <a:ext uri="{FF2B5EF4-FFF2-40B4-BE49-F238E27FC236}">
                <a16:creationId xmlns:a16="http://schemas.microsoft.com/office/drawing/2014/main" id="{054EEEB2-F727-4D88-9836-14E6A612EDD4}"/>
              </a:ext>
            </a:extLst>
          </p:cNvPr>
          <p:cNvSpPr/>
          <p:nvPr/>
        </p:nvSpPr>
        <p:spPr>
          <a:xfrm>
            <a:off x="749880" y="4178880"/>
            <a:ext cx="1828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dirty="0">
                <a:solidFill>
                  <a:srgbClr val="111F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ayments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3BB3004D-9C8B-43E1-BA21-1BB38D3DD546}"/>
              </a:ext>
            </a:extLst>
          </p:cNvPr>
          <p:cNvSpPr/>
          <p:nvPr/>
        </p:nvSpPr>
        <p:spPr>
          <a:xfrm>
            <a:off x="2761560" y="4178880"/>
            <a:ext cx="14626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103,886 × 5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29">
            <a:extLst>
              <a:ext uri="{FF2B5EF4-FFF2-40B4-BE49-F238E27FC236}">
                <a16:creationId xmlns:a16="http://schemas.microsoft.com/office/drawing/2014/main" id="{0EC7D306-F0E1-4560-A70E-51DF904788F1}"/>
              </a:ext>
            </a:extLst>
          </p:cNvPr>
          <p:cNvSpPr/>
          <p:nvPr/>
        </p:nvSpPr>
        <p:spPr>
          <a:xfrm>
            <a:off x="4434840" y="4178880"/>
            <a:ext cx="66747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Payment + numeric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0">
            <a:extLst>
              <a:ext uri="{FF2B5EF4-FFF2-40B4-BE49-F238E27FC236}">
                <a16:creationId xmlns:a16="http://schemas.microsoft.com/office/drawing/2014/main" id="{8D7580A2-681B-40A2-A0E6-600F5097F96F}"/>
              </a:ext>
            </a:extLst>
          </p:cNvPr>
          <p:cNvSpPr/>
          <p:nvPr/>
        </p:nvSpPr>
        <p:spPr>
          <a:xfrm>
            <a:off x="640080" y="4617720"/>
            <a:ext cx="10881000" cy="4111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1">
            <a:extLst>
              <a:ext uri="{FF2B5EF4-FFF2-40B4-BE49-F238E27FC236}">
                <a16:creationId xmlns:a16="http://schemas.microsoft.com/office/drawing/2014/main" id="{9E3B4FD1-B3D5-488D-9753-E030D8D58189}"/>
              </a:ext>
            </a:extLst>
          </p:cNvPr>
          <p:cNvSpPr/>
          <p:nvPr/>
        </p:nvSpPr>
        <p:spPr>
          <a:xfrm>
            <a:off x="749880" y="4663440"/>
            <a:ext cx="1828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dirty="0">
                <a:solidFill>
                  <a:srgbClr val="111F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eviews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2">
            <a:extLst>
              <a:ext uri="{FF2B5EF4-FFF2-40B4-BE49-F238E27FC236}">
                <a16:creationId xmlns:a16="http://schemas.microsoft.com/office/drawing/2014/main" id="{5A208676-1923-44F2-9F04-80B15749C5A4}"/>
              </a:ext>
            </a:extLst>
          </p:cNvPr>
          <p:cNvSpPr/>
          <p:nvPr/>
        </p:nvSpPr>
        <p:spPr>
          <a:xfrm>
            <a:off x="2761560" y="4663440"/>
            <a:ext cx="14626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99,224 × 7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3">
            <a:extLst>
              <a:ext uri="{FF2B5EF4-FFF2-40B4-BE49-F238E27FC236}">
                <a16:creationId xmlns:a16="http://schemas.microsoft.com/office/drawing/2014/main" id="{994B3488-27E4-42D5-9A4C-4C34EA41F389}"/>
              </a:ext>
            </a:extLst>
          </p:cNvPr>
          <p:cNvSpPr/>
          <p:nvPr/>
        </p:nvSpPr>
        <p:spPr>
          <a:xfrm>
            <a:off x="4434840" y="4663440"/>
            <a:ext cx="66747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Score + text + IDs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4">
            <a:extLst>
              <a:ext uri="{FF2B5EF4-FFF2-40B4-BE49-F238E27FC236}">
                <a16:creationId xmlns:a16="http://schemas.microsoft.com/office/drawing/2014/main" id="{4B404D8A-3D50-430B-8185-2C0CB282BC51}"/>
              </a:ext>
            </a:extLst>
          </p:cNvPr>
          <p:cNvSpPr/>
          <p:nvPr/>
        </p:nvSpPr>
        <p:spPr>
          <a:xfrm>
            <a:off x="749880" y="5148000"/>
            <a:ext cx="182844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dirty="0">
                <a:solidFill>
                  <a:srgbClr val="111F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ategory translation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5">
            <a:extLst>
              <a:ext uri="{FF2B5EF4-FFF2-40B4-BE49-F238E27FC236}">
                <a16:creationId xmlns:a16="http://schemas.microsoft.com/office/drawing/2014/main" id="{F8357AFE-D1A7-4F21-8A5E-44566A02CFA0}"/>
              </a:ext>
            </a:extLst>
          </p:cNvPr>
          <p:cNvSpPr/>
          <p:nvPr/>
        </p:nvSpPr>
        <p:spPr>
          <a:xfrm>
            <a:off x="2761560" y="5148000"/>
            <a:ext cx="14626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71 × 2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6">
            <a:extLst>
              <a:ext uri="{FF2B5EF4-FFF2-40B4-BE49-F238E27FC236}">
                <a16:creationId xmlns:a16="http://schemas.microsoft.com/office/drawing/2014/main" id="{6AEFFB11-2CF5-4E6C-80BD-6BF1DE05FA10}"/>
              </a:ext>
            </a:extLst>
          </p:cNvPr>
          <p:cNvSpPr/>
          <p:nvPr/>
        </p:nvSpPr>
        <p:spPr>
          <a:xfrm>
            <a:off x="4434840" y="5148000"/>
            <a:ext cx="66747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Category labels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1">
            <a:extLst>
              <a:ext uri="{FF2B5EF4-FFF2-40B4-BE49-F238E27FC236}">
                <a16:creationId xmlns:a16="http://schemas.microsoft.com/office/drawing/2014/main" id="{7B80F49A-6D83-4D0E-9186-75D34D90C445}"/>
              </a:ext>
            </a:extLst>
          </p:cNvPr>
          <p:cNvSpPr/>
          <p:nvPr/>
        </p:nvSpPr>
        <p:spPr>
          <a:xfrm>
            <a:off x="749880" y="5899743"/>
            <a:ext cx="1033236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Core data types: text/category • integer counts &amp; scores • decimals such as price/freight • date/time event fields • derived DAX measures.</a:t>
            </a:r>
          </a:p>
        </p:txBody>
      </p:sp>
    </p:spTree>
    <p:extLst>
      <p:ext uri="{BB962C8B-B14F-4D97-AF65-F5344CB8AC3E}">
        <p14:creationId xmlns:p14="http://schemas.microsoft.com/office/powerpoint/2010/main" val="2655200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D274680C-0733-4FCB-83B3-327DDA3C262F}"/>
              </a:ext>
            </a:extLst>
          </p:cNvPr>
          <p:cNvSpPr/>
          <p:nvPr/>
        </p:nvSpPr>
        <p:spPr>
          <a:xfrm>
            <a:off x="502920" y="314134"/>
            <a:ext cx="10698647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Data Understanding &amp; Analytical Scope</a:t>
            </a:r>
            <a:endParaRPr lang="en-US" sz="2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96BCA040-5276-4342-AD5D-5E5C9F3B7DC9}"/>
              </a:ext>
            </a:extLst>
          </p:cNvPr>
          <p:cNvSpPr/>
          <p:nvPr/>
        </p:nvSpPr>
        <p:spPr>
          <a:xfrm>
            <a:off x="530280" y="874005"/>
            <a:ext cx="10332868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What is being measured, and what is intentionally not measured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0597B61-26A1-47AB-AC45-EC3A5F4ED9AF}"/>
              </a:ext>
            </a:extLst>
          </p:cNvPr>
          <p:cNvSpPr/>
          <p:nvPr/>
        </p:nvSpPr>
        <p:spPr>
          <a:xfrm>
            <a:off x="11247120" y="355746"/>
            <a:ext cx="41114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FDBF71BE-9A04-4F07-B1DD-8776B95D9F95}"/>
              </a:ext>
            </a:extLst>
          </p:cNvPr>
          <p:cNvSpPr/>
          <p:nvPr/>
        </p:nvSpPr>
        <p:spPr>
          <a:xfrm>
            <a:off x="657190" y="1430630"/>
            <a:ext cx="2115514" cy="1302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A8E6005-05C2-4D00-9BAE-8BFEE2A0EBEF}"/>
              </a:ext>
            </a:extLst>
          </p:cNvPr>
          <p:cNvSpPr/>
          <p:nvPr/>
        </p:nvSpPr>
        <p:spPr>
          <a:xfrm>
            <a:off x="917447" y="1442880"/>
            <a:ext cx="1773807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ITEM-PRICE GMV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46A13568-A8E1-43F6-A28E-8364F1B801EA}"/>
              </a:ext>
            </a:extLst>
          </p:cNvPr>
          <p:cNvSpPr/>
          <p:nvPr/>
        </p:nvSpPr>
        <p:spPr>
          <a:xfrm>
            <a:off x="1127350" y="2009827"/>
            <a:ext cx="1773807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2267A8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$ 13.59M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6D9FB5EA-8D0D-410F-A693-FCBEEB6AAB79}"/>
              </a:ext>
            </a:extLst>
          </p:cNvPr>
          <p:cNvSpPr/>
          <p:nvPr/>
        </p:nvSpPr>
        <p:spPr>
          <a:xfrm>
            <a:off x="2914918" y="1401138"/>
            <a:ext cx="2102864" cy="1302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57E7F91D-B61E-4D05-8946-5FDD5D3345A1}"/>
              </a:ext>
            </a:extLst>
          </p:cNvPr>
          <p:cNvSpPr/>
          <p:nvPr/>
        </p:nvSpPr>
        <p:spPr>
          <a:xfrm>
            <a:off x="3090600" y="1373217"/>
            <a:ext cx="1773806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E8A3B4F9-0381-4258-BFC3-756B5E1F29C3}"/>
              </a:ext>
            </a:extLst>
          </p:cNvPr>
          <p:cNvSpPr/>
          <p:nvPr/>
        </p:nvSpPr>
        <p:spPr>
          <a:xfrm>
            <a:off x="3310105" y="2009827"/>
            <a:ext cx="121413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228576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$ 136.68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0BB29CA6-8CE3-4BFC-A43A-507CA66A0C9C}"/>
              </a:ext>
            </a:extLst>
          </p:cNvPr>
          <p:cNvSpPr/>
          <p:nvPr/>
        </p:nvSpPr>
        <p:spPr>
          <a:xfrm>
            <a:off x="5212080" y="1406982"/>
            <a:ext cx="2102864" cy="1302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552773C5-00A1-4F39-839B-428E5F9BF4EB}"/>
              </a:ext>
            </a:extLst>
          </p:cNvPr>
          <p:cNvSpPr/>
          <p:nvPr/>
        </p:nvSpPr>
        <p:spPr>
          <a:xfrm>
            <a:off x="5376599" y="1461523"/>
            <a:ext cx="1773807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AVERAGE REVIEW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1A06C6E9-448C-40DD-88B0-FADAB69C965D}"/>
              </a:ext>
            </a:extLst>
          </p:cNvPr>
          <p:cNvSpPr/>
          <p:nvPr/>
        </p:nvSpPr>
        <p:spPr>
          <a:xfrm>
            <a:off x="5762063" y="2066327"/>
            <a:ext cx="1773807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E7A638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4.09/5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4">
            <a:extLst>
              <a:ext uri="{FF2B5EF4-FFF2-40B4-BE49-F238E27FC236}">
                <a16:creationId xmlns:a16="http://schemas.microsoft.com/office/drawing/2014/main" id="{99E0F5C9-0BA9-4CEE-A466-514187B79329}"/>
              </a:ext>
            </a:extLst>
          </p:cNvPr>
          <p:cNvSpPr/>
          <p:nvPr/>
        </p:nvSpPr>
        <p:spPr>
          <a:xfrm>
            <a:off x="7484405" y="1401138"/>
            <a:ext cx="2102864" cy="1331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D39B97ED-4588-4DD9-A46F-26E3E4D9174C}"/>
              </a:ext>
            </a:extLst>
          </p:cNvPr>
          <p:cNvSpPr/>
          <p:nvPr/>
        </p:nvSpPr>
        <p:spPr>
          <a:xfrm>
            <a:off x="7662599" y="1373217"/>
            <a:ext cx="1773807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AVG DELIVERY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8BC4D8A5-1D55-45A5-BD63-7186446A69B1}"/>
              </a:ext>
            </a:extLst>
          </p:cNvPr>
          <p:cNvSpPr/>
          <p:nvPr/>
        </p:nvSpPr>
        <p:spPr>
          <a:xfrm>
            <a:off x="7955676" y="2044790"/>
            <a:ext cx="1773807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2BA6BD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12.56 days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9E087D73-A6CF-46B4-A782-FB7665593BE3}"/>
              </a:ext>
            </a:extLst>
          </p:cNvPr>
          <p:cNvSpPr/>
          <p:nvPr/>
        </p:nvSpPr>
        <p:spPr>
          <a:xfrm>
            <a:off x="9756730" y="1380499"/>
            <a:ext cx="1737086" cy="13522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ED7C31CF-831A-4161-956D-44EC3571B9E9}"/>
              </a:ext>
            </a:extLst>
          </p:cNvPr>
          <p:cNvSpPr/>
          <p:nvPr/>
        </p:nvSpPr>
        <p:spPr>
          <a:xfrm>
            <a:off x="9948600" y="1373217"/>
            <a:ext cx="1408029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DELIVERED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1849D9F5-A378-4C73-8A4B-CA58751C76B3}"/>
              </a:ext>
            </a:extLst>
          </p:cNvPr>
          <p:cNvSpPr/>
          <p:nvPr/>
        </p:nvSpPr>
        <p:spPr>
          <a:xfrm>
            <a:off x="10149289" y="2052173"/>
            <a:ext cx="1408029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228576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97.02%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0">
            <a:extLst>
              <a:ext uri="{FF2B5EF4-FFF2-40B4-BE49-F238E27FC236}">
                <a16:creationId xmlns:a16="http://schemas.microsoft.com/office/drawing/2014/main" id="{D6C701C0-1AB1-4BD4-8762-2721624657F4}"/>
              </a:ext>
            </a:extLst>
          </p:cNvPr>
          <p:cNvSpPr/>
          <p:nvPr/>
        </p:nvSpPr>
        <p:spPr>
          <a:xfrm>
            <a:off x="411546" y="3175295"/>
            <a:ext cx="5349143" cy="29318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DA3269B7-6BF7-4C45-BC3A-F4E953C37A13}"/>
              </a:ext>
            </a:extLst>
          </p:cNvPr>
          <p:cNvSpPr/>
          <p:nvPr/>
        </p:nvSpPr>
        <p:spPr>
          <a:xfrm>
            <a:off x="708740" y="3375846"/>
            <a:ext cx="475475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What the model is good at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4AEA3670-A266-4F4E-A230-5A23642D6531}"/>
              </a:ext>
            </a:extLst>
          </p:cNvPr>
          <p:cNvSpPr/>
          <p:nvPr/>
        </p:nvSpPr>
        <p:spPr>
          <a:xfrm>
            <a:off x="670657" y="3879786"/>
            <a:ext cx="4709032" cy="1783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Trend analysis by purchase date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Category / product performance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and review analysis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Payment mix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Delivery and order-status analysis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ounded Rectangle 23">
            <a:extLst>
              <a:ext uri="{FF2B5EF4-FFF2-40B4-BE49-F238E27FC236}">
                <a16:creationId xmlns:a16="http://schemas.microsoft.com/office/drawing/2014/main" id="{303E2241-A405-4918-AAAD-6EEDAD782EDC}"/>
              </a:ext>
            </a:extLst>
          </p:cNvPr>
          <p:cNvSpPr/>
          <p:nvPr/>
        </p:nvSpPr>
        <p:spPr>
          <a:xfrm>
            <a:off x="6090323" y="3175295"/>
            <a:ext cx="5349143" cy="293181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8890">
            <a:solidFill>
              <a:srgbClr val="EFE0C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F2A685BD-FA82-480A-BE2E-D8DD051521F2}"/>
              </a:ext>
            </a:extLst>
          </p:cNvPr>
          <p:cNvSpPr/>
          <p:nvPr/>
        </p:nvSpPr>
        <p:spPr>
          <a:xfrm>
            <a:off x="6492366" y="3346770"/>
            <a:ext cx="475475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Important interpretation boundary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5">
            <a:extLst>
              <a:ext uri="{FF2B5EF4-FFF2-40B4-BE49-F238E27FC236}">
                <a16:creationId xmlns:a16="http://schemas.microsoft.com/office/drawing/2014/main" id="{2173E25C-FC9B-4AFC-8C05-B3C6539C5B17}"/>
              </a:ext>
            </a:extLst>
          </p:cNvPr>
          <p:cNvSpPr/>
          <p:nvPr/>
        </p:nvSpPr>
        <p:spPr>
          <a:xfrm>
            <a:off x="6400800" y="3879786"/>
            <a:ext cx="4709032" cy="16682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GMV here is based on item price in order_items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Not net profit or margin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Historical snapshot; not live business KPIs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Business recommendations are analytical, not Olist policy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780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C3EEDCF2-288B-484E-A605-8DD2D3BCCB68}"/>
              </a:ext>
            </a:extLst>
          </p:cNvPr>
          <p:cNvSpPr/>
          <p:nvPr/>
        </p:nvSpPr>
        <p:spPr>
          <a:xfrm>
            <a:off x="502920" y="293146"/>
            <a:ext cx="3463105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Schema / Data Model</a:t>
            </a:r>
            <a:endParaRPr lang="en-US" sz="28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828EE28-C58C-45CA-A65F-8EB19879F5BE}"/>
              </a:ext>
            </a:extLst>
          </p:cNvPr>
          <p:cNvSpPr/>
          <p:nvPr/>
        </p:nvSpPr>
        <p:spPr>
          <a:xfrm>
            <a:off x="530280" y="859680"/>
            <a:ext cx="7501069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Central transaction table + analytical dimensions + supporting parameter tables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821F545D-BEBC-4247-A12F-A7693686BD76}"/>
              </a:ext>
            </a:extLst>
          </p:cNvPr>
          <p:cNvSpPr/>
          <p:nvPr/>
        </p:nvSpPr>
        <p:spPr>
          <a:xfrm>
            <a:off x="11361065" y="320506"/>
            <a:ext cx="29717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51B63216-3680-4C27-AC4C-D968ACC66090}"/>
              </a:ext>
            </a:extLst>
          </p:cNvPr>
          <p:cNvSpPr/>
          <p:nvPr/>
        </p:nvSpPr>
        <p:spPr>
          <a:xfrm>
            <a:off x="580680" y="6043088"/>
            <a:ext cx="104238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Model logic: Order lifecycle sits at the center; Order items bridge products and sellers; Customers, Payments and Reviews enrich the transaction; Date and Parameter tables enable dynamic slicing.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8B917-54A5-4FE7-B688-5D74DDA6A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1272326"/>
            <a:ext cx="10579320" cy="465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218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61F4C2B5-0D18-43AB-8EA1-B44BDFEA8375}"/>
              </a:ext>
            </a:extLst>
          </p:cNvPr>
          <p:cNvSpPr/>
          <p:nvPr/>
        </p:nvSpPr>
        <p:spPr>
          <a:xfrm>
            <a:off x="502920" y="320040"/>
            <a:ext cx="1953077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0542046-C543-4EA2-9531-F4ADEA44E854}"/>
              </a:ext>
            </a:extLst>
          </p:cNvPr>
          <p:cNvSpPr/>
          <p:nvPr/>
        </p:nvSpPr>
        <p:spPr>
          <a:xfrm>
            <a:off x="497483" y="994302"/>
            <a:ext cx="35737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From raw files to a decision-support dashboard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38CB3FA7-AA46-4E4B-98D6-F34D8EC1FFB1}"/>
              </a:ext>
            </a:extLst>
          </p:cNvPr>
          <p:cNvSpPr/>
          <p:nvPr/>
        </p:nvSpPr>
        <p:spPr>
          <a:xfrm>
            <a:off x="11386713" y="347400"/>
            <a:ext cx="271527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9C1EFF61-F7F2-4DA4-A837-D9B905727B64}"/>
              </a:ext>
            </a:extLst>
          </p:cNvPr>
          <p:cNvSpPr/>
          <p:nvPr/>
        </p:nvSpPr>
        <p:spPr>
          <a:xfrm>
            <a:off x="570049" y="1727332"/>
            <a:ext cx="1599840" cy="199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39352182-6AF4-4BE6-A4C0-BA28385B8003}"/>
              </a:ext>
            </a:extLst>
          </p:cNvPr>
          <p:cNvSpPr/>
          <p:nvPr/>
        </p:nvSpPr>
        <p:spPr>
          <a:xfrm>
            <a:off x="676800" y="1737360"/>
            <a:ext cx="1343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7A638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FC048A1-FC95-41F1-A3C5-D54EDA960AF8}"/>
              </a:ext>
            </a:extLst>
          </p:cNvPr>
          <p:cNvSpPr/>
          <p:nvPr/>
        </p:nvSpPr>
        <p:spPr>
          <a:xfrm>
            <a:off x="676800" y="2167200"/>
            <a:ext cx="1343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Ingest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AD79FB4B-25E8-405A-B46A-DCEC5A0EED1C}"/>
              </a:ext>
            </a:extLst>
          </p:cNvPr>
          <p:cNvSpPr/>
          <p:nvPr/>
        </p:nvSpPr>
        <p:spPr>
          <a:xfrm>
            <a:off x="676800" y="2624400"/>
            <a:ext cx="134388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Load nine CSV sources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hevron 9">
            <a:extLst>
              <a:ext uri="{FF2B5EF4-FFF2-40B4-BE49-F238E27FC236}">
                <a16:creationId xmlns:a16="http://schemas.microsoft.com/office/drawing/2014/main" id="{0E310174-624A-4311-96EF-89A93D274A77}"/>
              </a:ext>
            </a:extLst>
          </p:cNvPr>
          <p:cNvSpPr/>
          <p:nvPr/>
        </p:nvSpPr>
        <p:spPr>
          <a:xfrm>
            <a:off x="2176200" y="2304360"/>
            <a:ext cx="273960" cy="411120"/>
          </a:xfrm>
          <a:prstGeom prst="chevron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D1D042DF-7C16-4ECE-B0DE-7325D1180B88}"/>
              </a:ext>
            </a:extLst>
          </p:cNvPr>
          <p:cNvSpPr/>
          <p:nvPr/>
        </p:nvSpPr>
        <p:spPr>
          <a:xfrm>
            <a:off x="2471355" y="1742120"/>
            <a:ext cx="1599840" cy="199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C845A5E0-3257-4027-9C25-9A9966693669}"/>
              </a:ext>
            </a:extLst>
          </p:cNvPr>
          <p:cNvSpPr/>
          <p:nvPr/>
        </p:nvSpPr>
        <p:spPr>
          <a:xfrm>
            <a:off x="2578680" y="1737360"/>
            <a:ext cx="1343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7A638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43258C03-6084-47AE-B848-C266B6F2B8D1}"/>
              </a:ext>
            </a:extLst>
          </p:cNvPr>
          <p:cNvSpPr/>
          <p:nvPr/>
        </p:nvSpPr>
        <p:spPr>
          <a:xfrm>
            <a:off x="2578680" y="2167200"/>
            <a:ext cx="1343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1E162C7B-212B-4E13-8C81-85E54D23F94A}"/>
              </a:ext>
            </a:extLst>
          </p:cNvPr>
          <p:cNvSpPr/>
          <p:nvPr/>
        </p:nvSpPr>
        <p:spPr>
          <a:xfrm>
            <a:off x="2578680" y="2624400"/>
            <a:ext cx="134388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Check data types, missingness and keys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hevron 14">
            <a:extLst>
              <a:ext uri="{FF2B5EF4-FFF2-40B4-BE49-F238E27FC236}">
                <a16:creationId xmlns:a16="http://schemas.microsoft.com/office/drawing/2014/main" id="{D498CC73-0332-4D8E-A746-811BD3706ED8}"/>
              </a:ext>
            </a:extLst>
          </p:cNvPr>
          <p:cNvSpPr/>
          <p:nvPr/>
        </p:nvSpPr>
        <p:spPr>
          <a:xfrm>
            <a:off x="4078080" y="2304360"/>
            <a:ext cx="273960" cy="411120"/>
          </a:xfrm>
          <a:prstGeom prst="chevron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82CF2AC6-B6ED-4E8F-8D82-1AFC6373118B}"/>
              </a:ext>
            </a:extLst>
          </p:cNvPr>
          <p:cNvSpPr/>
          <p:nvPr/>
        </p:nvSpPr>
        <p:spPr>
          <a:xfrm>
            <a:off x="4373235" y="1719000"/>
            <a:ext cx="1599840" cy="199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9C365785-8424-4241-9051-8D01DDA90511}"/>
              </a:ext>
            </a:extLst>
          </p:cNvPr>
          <p:cNvSpPr/>
          <p:nvPr/>
        </p:nvSpPr>
        <p:spPr>
          <a:xfrm>
            <a:off x="4480560" y="1737360"/>
            <a:ext cx="1343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7A638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1DA8D072-7DE9-4858-A362-E8AB8AC2AC57}"/>
              </a:ext>
            </a:extLst>
          </p:cNvPr>
          <p:cNvSpPr/>
          <p:nvPr/>
        </p:nvSpPr>
        <p:spPr>
          <a:xfrm>
            <a:off x="4480560" y="2167200"/>
            <a:ext cx="1343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13358C38-C6C6-486C-A064-6AAE888BBED2}"/>
              </a:ext>
            </a:extLst>
          </p:cNvPr>
          <p:cNvSpPr/>
          <p:nvPr/>
        </p:nvSpPr>
        <p:spPr>
          <a:xfrm>
            <a:off x="4480560" y="2624400"/>
            <a:ext cx="134388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Create relationships and supporting tables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hevron 19">
            <a:extLst>
              <a:ext uri="{FF2B5EF4-FFF2-40B4-BE49-F238E27FC236}">
                <a16:creationId xmlns:a16="http://schemas.microsoft.com/office/drawing/2014/main" id="{0973F680-37A8-49CA-A844-A8CF957DDB2A}"/>
              </a:ext>
            </a:extLst>
          </p:cNvPr>
          <p:cNvSpPr/>
          <p:nvPr/>
        </p:nvSpPr>
        <p:spPr>
          <a:xfrm>
            <a:off x="5980320" y="2304360"/>
            <a:ext cx="273960" cy="411120"/>
          </a:xfrm>
          <a:prstGeom prst="chevron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0">
            <a:extLst>
              <a:ext uri="{FF2B5EF4-FFF2-40B4-BE49-F238E27FC236}">
                <a16:creationId xmlns:a16="http://schemas.microsoft.com/office/drawing/2014/main" id="{2E3ADD55-28DE-405A-AD81-F479B59C1DCF}"/>
              </a:ext>
            </a:extLst>
          </p:cNvPr>
          <p:cNvSpPr/>
          <p:nvPr/>
        </p:nvSpPr>
        <p:spPr>
          <a:xfrm>
            <a:off x="6242683" y="1719000"/>
            <a:ext cx="1599840" cy="199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7DA23B92-9C1D-4360-B9E3-5343C67EFA8E}"/>
              </a:ext>
            </a:extLst>
          </p:cNvPr>
          <p:cNvSpPr/>
          <p:nvPr/>
        </p:nvSpPr>
        <p:spPr>
          <a:xfrm>
            <a:off x="6382440" y="1737360"/>
            <a:ext cx="1343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7A638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2A7F50BC-22CB-428C-AD1A-46738FA59606}"/>
              </a:ext>
            </a:extLst>
          </p:cNvPr>
          <p:cNvSpPr/>
          <p:nvPr/>
        </p:nvSpPr>
        <p:spPr>
          <a:xfrm>
            <a:off x="6382440" y="2167200"/>
            <a:ext cx="1343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3">
            <a:extLst>
              <a:ext uri="{FF2B5EF4-FFF2-40B4-BE49-F238E27FC236}">
                <a16:creationId xmlns:a16="http://schemas.microsoft.com/office/drawing/2014/main" id="{1CB22735-791B-47C2-8D08-15D171A18175}"/>
              </a:ext>
            </a:extLst>
          </p:cNvPr>
          <p:cNvSpPr/>
          <p:nvPr/>
        </p:nvSpPr>
        <p:spPr>
          <a:xfrm>
            <a:off x="6382440" y="2624400"/>
            <a:ext cx="134388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Build DAX KPIs and selectors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Chevron 24">
            <a:extLst>
              <a:ext uri="{FF2B5EF4-FFF2-40B4-BE49-F238E27FC236}">
                <a16:creationId xmlns:a16="http://schemas.microsoft.com/office/drawing/2014/main" id="{830BDFF3-3E5A-4D29-9FAD-DC3C2D48821A}"/>
              </a:ext>
            </a:extLst>
          </p:cNvPr>
          <p:cNvSpPr/>
          <p:nvPr/>
        </p:nvSpPr>
        <p:spPr>
          <a:xfrm>
            <a:off x="7882200" y="2304360"/>
            <a:ext cx="273960" cy="411120"/>
          </a:xfrm>
          <a:prstGeom prst="chevron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ounded Rectangle 25">
            <a:extLst>
              <a:ext uri="{FF2B5EF4-FFF2-40B4-BE49-F238E27FC236}">
                <a16:creationId xmlns:a16="http://schemas.microsoft.com/office/drawing/2014/main" id="{513534BC-E30B-433D-B4D6-D88BEE0C235B}"/>
              </a:ext>
            </a:extLst>
          </p:cNvPr>
          <p:cNvSpPr/>
          <p:nvPr/>
        </p:nvSpPr>
        <p:spPr>
          <a:xfrm>
            <a:off x="8243460" y="1742120"/>
            <a:ext cx="1599840" cy="199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185AB382-9FB2-4BF4-8533-A55D26993101}"/>
              </a:ext>
            </a:extLst>
          </p:cNvPr>
          <p:cNvSpPr/>
          <p:nvPr/>
        </p:nvSpPr>
        <p:spPr>
          <a:xfrm>
            <a:off x="8284320" y="1737360"/>
            <a:ext cx="1343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7A638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27">
            <a:extLst>
              <a:ext uri="{FF2B5EF4-FFF2-40B4-BE49-F238E27FC236}">
                <a16:creationId xmlns:a16="http://schemas.microsoft.com/office/drawing/2014/main" id="{E0D1B612-07FA-4DD7-8AB8-09E2170639F3}"/>
              </a:ext>
            </a:extLst>
          </p:cNvPr>
          <p:cNvSpPr/>
          <p:nvPr/>
        </p:nvSpPr>
        <p:spPr>
          <a:xfrm>
            <a:off x="8284320" y="2167200"/>
            <a:ext cx="1343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Visualize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28">
            <a:extLst>
              <a:ext uri="{FF2B5EF4-FFF2-40B4-BE49-F238E27FC236}">
                <a16:creationId xmlns:a16="http://schemas.microsoft.com/office/drawing/2014/main" id="{6E9F86CB-2D3F-448F-B231-69AF5B861765}"/>
              </a:ext>
            </a:extLst>
          </p:cNvPr>
          <p:cNvSpPr/>
          <p:nvPr/>
        </p:nvSpPr>
        <p:spPr>
          <a:xfrm>
            <a:off x="8284320" y="2624400"/>
            <a:ext cx="134388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Design three dashboard pages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Chevron 29">
            <a:extLst>
              <a:ext uri="{FF2B5EF4-FFF2-40B4-BE49-F238E27FC236}">
                <a16:creationId xmlns:a16="http://schemas.microsoft.com/office/drawing/2014/main" id="{8B9CC88F-E523-4ADB-8A7E-70143ACF5589}"/>
              </a:ext>
            </a:extLst>
          </p:cNvPr>
          <p:cNvSpPr/>
          <p:nvPr/>
        </p:nvSpPr>
        <p:spPr>
          <a:xfrm>
            <a:off x="9871380" y="2322092"/>
            <a:ext cx="273960" cy="411120"/>
          </a:xfrm>
          <a:prstGeom prst="chevron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ounded Rectangle 30">
            <a:extLst>
              <a:ext uri="{FF2B5EF4-FFF2-40B4-BE49-F238E27FC236}">
                <a16:creationId xmlns:a16="http://schemas.microsoft.com/office/drawing/2014/main" id="{B85937D0-6F9C-4A71-926A-8C44E8597713}"/>
              </a:ext>
            </a:extLst>
          </p:cNvPr>
          <p:cNvSpPr/>
          <p:nvPr/>
        </p:nvSpPr>
        <p:spPr>
          <a:xfrm>
            <a:off x="10145340" y="1742120"/>
            <a:ext cx="1599840" cy="199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1">
            <a:extLst>
              <a:ext uri="{FF2B5EF4-FFF2-40B4-BE49-F238E27FC236}">
                <a16:creationId xmlns:a16="http://schemas.microsoft.com/office/drawing/2014/main" id="{7D74FFB7-1F7F-48EC-AA94-32DE5C0A6868}"/>
              </a:ext>
            </a:extLst>
          </p:cNvPr>
          <p:cNvSpPr/>
          <p:nvPr/>
        </p:nvSpPr>
        <p:spPr>
          <a:xfrm>
            <a:off x="10186560" y="1737360"/>
            <a:ext cx="1343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7A638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2">
            <a:extLst>
              <a:ext uri="{FF2B5EF4-FFF2-40B4-BE49-F238E27FC236}">
                <a16:creationId xmlns:a16="http://schemas.microsoft.com/office/drawing/2014/main" id="{D8474474-D48F-4DAE-98AA-924EF1683A28}"/>
              </a:ext>
            </a:extLst>
          </p:cNvPr>
          <p:cNvSpPr/>
          <p:nvPr/>
        </p:nvSpPr>
        <p:spPr>
          <a:xfrm>
            <a:off x="10186560" y="2167200"/>
            <a:ext cx="1343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Interpret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3">
            <a:extLst>
              <a:ext uri="{FF2B5EF4-FFF2-40B4-BE49-F238E27FC236}">
                <a16:creationId xmlns:a16="http://schemas.microsoft.com/office/drawing/2014/main" id="{DD1FE9E8-AD66-43A2-9601-3CF6FDD55DA9}"/>
              </a:ext>
            </a:extLst>
          </p:cNvPr>
          <p:cNvSpPr/>
          <p:nvPr/>
        </p:nvSpPr>
        <p:spPr>
          <a:xfrm>
            <a:off x="10186560" y="2624400"/>
            <a:ext cx="134388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Convert patterns into business actions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ounded Rectangle 34">
            <a:extLst>
              <a:ext uri="{FF2B5EF4-FFF2-40B4-BE49-F238E27FC236}">
                <a16:creationId xmlns:a16="http://schemas.microsoft.com/office/drawing/2014/main" id="{0FEA18F1-0345-41BF-9464-7B244AC6420C}"/>
              </a:ext>
            </a:extLst>
          </p:cNvPr>
          <p:cNvSpPr/>
          <p:nvPr/>
        </p:nvSpPr>
        <p:spPr>
          <a:xfrm>
            <a:off x="631080" y="4142521"/>
            <a:ext cx="10972440" cy="15541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8890">
            <a:solidFill>
              <a:srgbClr val="D4E3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5">
            <a:extLst>
              <a:ext uri="{FF2B5EF4-FFF2-40B4-BE49-F238E27FC236}">
                <a16:creationId xmlns:a16="http://schemas.microsoft.com/office/drawing/2014/main" id="{40182E06-531B-4803-BFC1-A1B4AAE525C9}"/>
              </a:ext>
            </a:extLst>
          </p:cNvPr>
          <p:cNvSpPr/>
          <p:nvPr/>
        </p:nvSpPr>
        <p:spPr>
          <a:xfrm>
            <a:off x="861240" y="4506037"/>
            <a:ext cx="104695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Core analytical design principle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6">
            <a:extLst>
              <a:ext uri="{FF2B5EF4-FFF2-40B4-BE49-F238E27FC236}">
                <a16:creationId xmlns:a16="http://schemas.microsoft.com/office/drawing/2014/main" id="{017A815E-6F5F-43DA-8DC2-AA1625F51AE5}"/>
              </a:ext>
            </a:extLst>
          </p:cNvPr>
          <p:cNvSpPr/>
          <p:nvPr/>
        </p:nvSpPr>
        <p:spPr>
          <a:xfrm>
            <a:off x="1056060" y="4919581"/>
            <a:ext cx="1014948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 measures for reusable business logic, parameters for user-driven analysis, and slicers to let management move from overview → diagnosis → action.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670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D8E070E1-E9D6-40F8-9DBD-A861D2ED38D4}"/>
              </a:ext>
            </a:extLst>
          </p:cNvPr>
          <p:cNvSpPr/>
          <p:nvPr/>
        </p:nvSpPr>
        <p:spPr>
          <a:xfrm>
            <a:off x="502920" y="320040"/>
            <a:ext cx="2977588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Core KPIs &amp; DAX Logic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F7F54D59-F528-48BA-955A-395594665B9E}"/>
              </a:ext>
            </a:extLst>
          </p:cNvPr>
          <p:cNvSpPr/>
          <p:nvPr/>
        </p:nvSpPr>
        <p:spPr>
          <a:xfrm>
            <a:off x="530280" y="859680"/>
            <a:ext cx="4883366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Measures turn transaction rows into management-level indicators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F7677F5-0D86-4B2F-97CF-B839B8D40413}"/>
              </a:ext>
            </a:extLst>
          </p:cNvPr>
          <p:cNvSpPr/>
          <p:nvPr/>
        </p:nvSpPr>
        <p:spPr>
          <a:xfrm>
            <a:off x="11399537" y="347400"/>
            <a:ext cx="258703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148449BC-5CE9-4BEF-A8ED-F3268233D2A9}"/>
              </a:ext>
            </a:extLst>
          </p:cNvPr>
          <p:cNvSpPr/>
          <p:nvPr/>
        </p:nvSpPr>
        <p:spPr>
          <a:xfrm>
            <a:off x="465008" y="1139905"/>
            <a:ext cx="11063880" cy="507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2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BF4B19A-524D-486B-8961-9CF8C086B772}"/>
              </a:ext>
            </a:extLst>
          </p:cNvPr>
          <p:cNvSpPr/>
          <p:nvPr/>
        </p:nvSpPr>
        <p:spPr>
          <a:xfrm>
            <a:off x="777240" y="1444680"/>
            <a:ext cx="191988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  <a:endParaRPr lang="en-US" sz="1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1ABE80D5-B470-44D5-B52D-C02B170FD876}"/>
              </a:ext>
            </a:extLst>
          </p:cNvPr>
          <p:cNvSpPr/>
          <p:nvPr/>
        </p:nvSpPr>
        <p:spPr>
          <a:xfrm>
            <a:off x="2468880" y="1444680"/>
            <a:ext cx="40230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endParaRPr lang="en-US" sz="1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6E7A6C06-97A9-4148-BF83-72C6D3646293}"/>
              </a:ext>
            </a:extLst>
          </p:cNvPr>
          <p:cNvSpPr/>
          <p:nvPr/>
        </p:nvSpPr>
        <p:spPr>
          <a:xfrm>
            <a:off x="6583680" y="1444680"/>
            <a:ext cx="4480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</a:t>
            </a:r>
            <a:endParaRPr lang="en-US" sz="1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1D719379-3A6D-46F3-B763-77CC01F0AB38}"/>
              </a:ext>
            </a:extLst>
          </p:cNvPr>
          <p:cNvSpPr/>
          <p:nvPr/>
        </p:nvSpPr>
        <p:spPr>
          <a:xfrm>
            <a:off x="658440" y="1764720"/>
            <a:ext cx="10835280" cy="438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2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3F8D5DB1-9D45-4C2D-B9DB-5344A3B12232}"/>
              </a:ext>
            </a:extLst>
          </p:cNvPr>
          <p:cNvSpPr/>
          <p:nvPr/>
        </p:nvSpPr>
        <p:spPr>
          <a:xfrm>
            <a:off x="777240" y="1810440"/>
            <a:ext cx="155412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Total GMV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8D9B9CD1-3687-4A64-A18F-0C0907683BBF}"/>
              </a:ext>
            </a:extLst>
          </p:cNvPr>
          <p:cNvSpPr/>
          <p:nvPr/>
        </p:nvSpPr>
        <p:spPr>
          <a:xfrm>
            <a:off x="2468880" y="1810440"/>
            <a:ext cx="393156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SUM(order_items[price])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891C2024-FC25-4D9D-9BBC-523FD9E7E2C4}"/>
              </a:ext>
            </a:extLst>
          </p:cNvPr>
          <p:cNvSpPr/>
          <p:nvPr/>
        </p:nvSpPr>
        <p:spPr>
          <a:xfrm>
            <a:off x="6583680" y="1810440"/>
            <a:ext cx="4480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Commercial value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12F718AD-525E-4FEF-91E5-CAFA33F88719}"/>
              </a:ext>
            </a:extLst>
          </p:cNvPr>
          <p:cNvSpPr/>
          <p:nvPr/>
        </p:nvSpPr>
        <p:spPr>
          <a:xfrm>
            <a:off x="777240" y="2340720"/>
            <a:ext cx="155412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Total Orders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8674FEB2-B340-49C9-ABFE-C44126EE9D68}"/>
              </a:ext>
            </a:extLst>
          </p:cNvPr>
          <p:cNvSpPr/>
          <p:nvPr/>
        </p:nvSpPr>
        <p:spPr>
          <a:xfrm>
            <a:off x="2468880" y="2340720"/>
            <a:ext cx="393156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DISTINCTCOUNT(orders[order_id])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C219AEF1-5A4C-4ACB-BCA9-AC86955C8BA3}"/>
              </a:ext>
            </a:extLst>
          </p:cNvPr>
          <p:cNvSpPr/>
          <p:nvPr/>
        </p:nvSpPr>
        <p:spPr>
          <a:xfrm>
            <a:off x="6583680" y="2340720"/>
            <a:ext cx="4480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Order volume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612207F7-9306-46BD-B9B4-4ED48A884024}"/>
              </a:ext>
            </a:extLst>
          </p:cNvPr>
          <p:cNvSpPr/>
          <p:nvPr/>
        </p:nvSpPr>
        <p:spPr>
          <a:xfrm>
            <a:off x="658440" y="2835000"/>
            <a:ext cx="10835280" cy="438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2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824BA10A-C374-49B4-ADFC-66458C57EF21}"/>
              </a:ext>
            </a:extLst>
          </p:cNvPr>
          <p:cNvSpPr/>
          <p:nvPr/>
        </p:nvSpPr>
        <p:spPr>
          <a:xfrm>
            <a:off x="777240" y="2871360"/>
            <a:ext cx="155412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Unique Customers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DE5B4E82-847B-4923-8B9B-A67C1EA95F9A}"/>
              </a:ext>
            </a:extLst>
          </p:cNvPr>
          <p:cNvSpPr/>
          <p:nvPr/>
        </p:nvSpPr>
        <p:spPr>
          <a:xfrm>
            <a:off x="2468880" y="2871360"/>
            <a:ext cx="393156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DISTINCTCOUNT(customers[customer_unique_id])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53C17842-8D11-4EA6-92BC-5268D740A24F}"/>
              </a:ext>
            </a:extLst>
          </p:cNvPr>
          <p:cNvSpPr/>
          <p:nvPr/>
        </p:nvSpPr>
        <p:spPr>
          <a:xfrm>
            <a:off x="6583680" y="2871360"/>
            <a:ext cx="4480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Customer base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B9E4C591-FB8E-4AE2-BC67-347C5C022BEB}"/>
              </a:ext>
            </a:extLst>
          </p:cNvPr>
          <p:cNvSpPr/>
          <p:nvPr/>
        </p:nvSpPr>
        <p:spPr>
          <a:xfrm>
            <a:off x="777240" y="3401640"/>
            <a:ext cx="155412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AOV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1C9B1648-D6CD-4953-A6B8-5FEC83799048}"/>
              </a:ext>
            </a:extLst>
          </p:cNvPr>
          <p:cNvSpPr/>
          <p:nvPr/>
        </p:nvSpPr>
        <p:spPr>
          <a:xfrm>
            <a:off x="2468880" y="3401640"/>
            <a:ext cx="393156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DIVIDE([Total GMV],[Total Orders])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797F7AF2-7814-4B65-B196-4B833C9BBB0F}"/>
              </a:ext>
            </a:extLst>
          </p:cNvPr>
          <p:cNvSpPr/>
          <p:nvPr/>
        </p:nvSpPr>
        <p:spPr>
          <a:xfrm>
            <a:off x="6583680" y="3401640"/>
            <a:ext cx="4480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Average item-price value / order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26DE35EF-9DE3-45D9-8E46-6C3691D3924D}"/>
              </a:ext>
            </a:extLst>
          </p:cNvPr>
          <p:cNvSpPr/>
          <p:nvPr/>
        </p:nvSpPr>
        <p:spPr>
          <a:xfrm>
            <a:off x="658440" y="3886200"/>
            <a:ext cx="10835280" cy="438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2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6957D016-396D-4216-A455-48EE18097C71}"/>
              </a:ext>
            </a:extLst>
          </p:cNvPr>
          <p:cNvSpPr/>
          <p:nvPr/>
        </p:nvSpPr>
        <p:spPr>
          <a:xfrm>
            <a:off x="777240" y="3931920"/>
            <a:ext cx="155412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Avg Review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5">
            <a:extLst>
              <a:ext uri="{FF2B5EF4-FFF2-40B4-BE49-F238E27FC236}">
                <a16:creationId xmlns:a16="http://schemas.microsoft.com/office/drawing/2014/main" id="{531524FE-FA2C-4767-8BB9-E6007A6D5CC0}"/>
              </a:ext>
            </a:extLst>
          </p:cNvPr>
          <p:cNvSpPr/>
          <p:nvPr/>
        </p:nvSpPr>
        <p:spPr>
          <a:xfrm>
            <a:off x="2468880" y="3931920"/>
            <a:ext cx="393156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AVERAGE(review[review_score])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215BB5E4-7F32-4B1A-AA6E-B8821BD6C6A3}"/>
              </a:ext>
            </a:extLst>
          </p:cNvPr>
          <p:cNvSpPr/>
          <p:nvPr/>
        </p:nvSpPr>
        <p:spPr>
          <a:xfrm>
            <a:off x="6583680" y="3931920"/>
            <a:ext cx="4480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Experience signal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27">
            <a:extLst>
              <a:ext uri="{FF2B5EF4-FFF2-40B4-BE49-F238E27FC236}">
                <a16:creationId xmlns:a16="http://schemas.microsoft.com/office/drawing/2014/main" id="{E69E2F9F-808F-4E90-98AA-F200A99755B6}"/>
              </a:ext>
            </a:extLst>
          </p:cNvPr>
          <p:cNvSpPr/>
          <p:nvPr/>
        </p:nvSpPr>
        <p:spPr>
          <a:xfrm>
            <a:off x="777240" y="4462200"/>
            <a:ext cx="155412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Cancelled Orders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28">
            <a:extLst>
              <a:ext uri="{FF2B5EF4-FFF2-40B4-BE49-F238E27FC236}">
                <a16:creationId xmlns:a16="http://schemas.microsoft.com/office/drawing/2014/main" id="{08929A0C-3330-4EEB-9C66-5ABB6A2009F0}"/>
              </a:ext>
            </a:extLst>
          </p:cNvPr>
          <p:cNvSpPr/>
          <p:nvPr/>
        </p:nvSpPr>
        <p:spPr>
          <a:xfrm>
            <a:off x="2468880" y="4462200"/>
            <a:ext cx="393156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CALCULATE([Total Orders], orders[order_status]="canceled")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29">
            <a:extLst>
              <a:ext uri="{FF2B5EF4-FFF2-40B4-BE49-F238E27FC236}">
                <a16:creationId xmlns:a16="http://schemas.microsoft.com/office/drawing/2014/main" id="{083F2DB4-4778-4FB2-91F3-9C43D091A1F1}"/>
              </a:ext>
            </a:extLst>
          </p:cNvPr>
          <p:cNvSpPr/>
          <p:nvPr/>
        </p:nvSpPr>
        <p:spPr>
          <a:xfrm>
            <a:off x="6583680" y="4462200"/>
            <a:ext cx="4480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exception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0">
            <a:extLst>
              <a:ext uri="{FF2B5EF4-FFF2-40B4-BE49-F238E27FC236}">
                <a16:creationId xmlns:a16="http://schemas.microsoft.com/office/drawing/2014/main" id="{6D1E505F-06A2-4586-891D-972DDBB9AA83}"/>
              </a:ext>
            </a:extLst>
          </p:cNvPr>
          <p:cNvSpPr/>
          <p:nvPr/>
        </p:nvSpPr>
        <p:spPr>
          <a:xfrm>
            <a:off x="658440" y="4946760"/>
            <a:ext cx="10835280" cy="438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2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1">
            <a:extLst>
              <a:ext uri="{FF2B5EF4-FFF2-40B4-BE49-F238E27FC236}">
                <a16:creationId xmlns:a16="http://schemas.microsoft.com/office/drawing/2014/main" id="{8B40285E-01FA-48F5-BCB2-942BFD3BE2EA}"/>
              </a:ext>
            </a:extLst>
          </p:cNvPr>
          <p:cNvSpPr/>
          <p:nvPr/>
        </p:nvSpPr>
        <p:spPr>
          <a:xfrm>
            <a:off x="777240" y="4992480"/>
            <a:ext cx="155412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Avg Delivery Days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2">
            <a:extLst>
              <a:ext uri="{FF2B5EF4-FFF2-40B4-BE49-F238E27FC236}">
                <a16:creationId xmlns:a16="http://schemas.microsoft.com/office/drawing/2014/main" id="{4DCF6042-CED1-44F5-B8B3-624C286F4895}"/>
              </a:ext>
            </a:extLst>
          </p:cNvPr>
          <p:cNvSpPr/>
          <p:nvPr/>
        </p:nvSpPr>
        <p:spPr>
          <a:xfrm>
            <a:off x="2468880" y="4992480"/>
            <a:ext cx="393156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DATEDIFF / date difference logic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3">
            <a:extLst>
              <a:ext uri="{FF2B5EF4-FFF2-40B4-BE49-F238E27FC236}">
                <a16:creationId xmlns:a16="http://schemas.microsoft.com/office/drawing/2014/main" id="{BC62B82D-A44D-48FC-907C-6B002F0570A4}"/>
              </a:ext>
            </a:extLst>
          </p:cNvPr>
          <p:cNvSpPr/>
          <p:nvPr/>
        </p:nvSpPr>
        <p:spPr>
          <a:xfrm>
            <a:off x="6583680" y="4992480"/>
            <a:ext cx="4480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Fulfillment speed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4">
            <a:extLst>
              <a:ext uri="{FF2B5EF4-FFF2-40B4-BE49-F238E27FC236}">
                <a16:creationId xmlns:a16="http://schemas.microsoft.com/office/drawing/2014/main" id="{8C575096-B4D5-4F9B-B083-764B4327D0F3}"/>
              </a:ext>
            </a:extLst>
          </p:cNvPr>
          <p:cNvSpPr/>
          <p:nvPr/>
        </p:nvSpPr>
        <p:spPr>
          <a:xfrm>
            <a:off x="777240" y="5523120"/>
            <a:ext cx="155412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Cumulative GMV 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5">
            <a:extLst>
              <a:ext uri="{FF2B5EF4-FFF2-40B4-BE49-F238E27FC236}">
                <a16:creationId xmlns:a16="http://schemas.microsoft.com/office/drawing/2014/main" id="{36ABD52E-18CA-4DE2-BE70-5E460676AE0E}"/>
              </a:ext>
            </a:extLst>
          </p:cNvPr>
          <p:cNvSpPr/>
          <p:nvPr/>
        </p:nvSpPr>
        <p:spPr>
          <a:xfrm>
            <a:off x="2468880" y="5523120"/>
            <a:ext cx="393156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Cumulative GMV ÷ total GMV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6">
            <a:extLst>
              <a:ext uri="{FF2B5EF4-FFF2-40B4-BE49-F238E27FC236}">
                <a16:creationId xmlns:a16="http://schemas.microsoft.com/office/drawing/2014/main" id="{9B661078-C308-4B9C-8FC9-EE6CF7702347}"/>
              </a:ext>
            </a:extLst>
          </p:cNvPr>
          <p:cNvSpPr/>
          <p:nvPr/>
        </p:nvSpPr>
        <p:spPr>
          <a:xfrm>
            <a:off x="6583680" y="5523120"/>
            <a:ext cx="4480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Pareto prioritization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669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6CBCF720-0A17-433B-A180-36A75263F78D}"/>
              </a:ext>
            </a:extLst>
          </p:cNvPr>
          <p:cNvSpPr/>
          <p:nvPr/>
        </p:nvSpPr>
        <p:spPr>
          <a:xfrm>
            <a:off x="101710" y="80682"/>
            <a:ext cx="5645433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Dashboard 1 — E-Commerce Executive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9F8E7EF-824B-4F85-AD65-DA0277FA84C3}"/>
              </a:ext>
            </a:extLst>
          </p:cNvPr>
          <p:cNvSpPr/>
          <p:nvPr/>
        </p:nvSpPr>
        <p:spPr>
          <a:xfrm>
            <a:off x="11386713" y="347400"/>
            <a:ext cx="271527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C3E0CD-1528-4501-872C-62D6F17B54F8}"/>
              </a:ext>
            </a:extLst>
          </p:cNvPr>
          <p:cNvSpPr/>
          <p:nvPr/>
        </p:nvSpPr>
        <p:spPr>
          <a:xfrm>
            <a:off x="107576" y="659554"/>
            <a:ext cx="11976850" cy="6117764"/>
          </a:xfrm>
          <a:prstGeom prst="rect">
            <a:avLst/>
          </a:prstGeom>
          <a:solidFill>
            <a:schemeClr val="bg1"/>
          </a:solidFill>
          <a:ln w="22225">
            <a:solidFill>
              <a:srgbClr val="78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76F768B-627E-4458-831B-9CB8C2A3C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4" y="659554"/>
            <a:ext cx="11976850" cy="6117764"/>
          </a:xfrm>
          <a:prstGeom prst="rect">
            <a:avLst/>
          </a:prstGeom>
          <a:ln>
            <a:solidFill>
              <a:schemeClr val="tx1"/>
            </a:solidFill>
          </a:ln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3536773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0D45F21C-D732-44C5-9C07-9AF2BC1C3E98}"/>
              </a:ext>
            </a:extLst>
          </p:cNvPr>
          <p:cNvSpPr/>
          <p:nvPr/>
        </p:nvSpPr>
        <p:spPr>
          <a:xfrm>
            <a:off x="503520" y="320400"/>
            <a:ext cx="658870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Dashboard 1 — Visuals, Columns &amp; Why They Were Used</a:t>
            </a:r>
            <a:endParaRPr lang="en-US" sz="20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FB65AC0-316A-498C-8487-9D03DECCB26A}"/>
              </a:ext>
            </a:extLst>
          </p:cNvPr>
          <p:cNvSpPr/>
          <p:nvPr/>
        </p:nvSpPr>
        <p:spPr>
          <a:xfrm>
            <a:off x="530880" y="860040"/>
            <a:ext cx="379813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How each component answers a decision question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7D0DB213-279E-45C5-BE3D-AF0AFA151034}"/>
              </a:ext>
            </a:extLst>
          </p:cNvPr>
          <p:cNvSpPr/>
          <p:nvPr/>
        </p:nvSpPr>
        <p:spPr>
          <a:xfrm>
            <a:off x="11387313" y="347760"/>
            <a:ext cx="271527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CCE26E72-AC33-4038-A4E9-DC64A69F602E}"/>
              </a:ext>
            </a:extLst>
          </p:cNvPr>
          <p:cNvSpPr/>
          <p:nvPr/>
        </p:nvSpPr>
        <p:spPr>
          <a:xfrm>
            <a:off x="609780" y="1269161"/>
            <a:ext cx="109724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2065048B-C5DF-44B3-B7DE-446CBD6C582A}"/>
              </a:ext>
            </a:extLst>
          </p:cNvPr>
          <p:cNvSpPr/>
          <p:nvPr/>
        </p:nvSpPr>
        <p:spPr>
          <a:xfrm>
            <a:off x="841920" y="1426680"/>
            <a:ext cx="1919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527932E3-E097-40FF-BD38-43EF40638CB0}"/>
              </a:ext>
            </a:extLst>
          </p:cNvPr>
          <p:cNvSpPr/>
          <p:nvPr/>
        </p:nvSpPr>
        <p:spPr>
          <a:xfrm>
            <a:off x="2880960" y="1426680"/>
            <a:ext cx="5303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GMV, Orders, Customers, AOV, Review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F149CD72-260D-41C4-A4AC-3E730D09E596}"/>
              </a:ext>
            </a:extLst>
          </p:cNvPr>
          <p:cNvSpPr/>
          <p:nvPr/>
        </p:nvSpPr>
        <p:spPr>
          <a:xfrm>
            <a:off x="8321640" y="1426680"/>
            <a:ext cx="29257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Fast executive scan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0A41543-70A4-4B17-873E-D1056461EB35}"/>
              </a:ext>
            </a:extLst>
          </p:cNvPr>
          <p:cNvSpPr/>
          <p:nvPr/>
        </p:nvSpPr>
        <p:spPr>
          <a:xfrm>
            <a:off x="640680" y="2094480"/>
            <a:ext cx="109724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D1FDA6D-6D34-4D97-A59C-71426AC11030}"/>
              </a:ext>
            </a:extLst>
          </p:cNvPr>
          <p:cNvSpPr/>
          <p:nvPr/>
        </p:nvSpPr>
        <p:spPr>
          <a:xfrm>
            <a:off x="841920" y="2213280"/>
            <a:ext cx="1919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Monthly trend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B06940FC-6916-4498-AF9C-26426424FB74}"/>
              </a:ext>
            </a:extLst>
          </p:cNvPr>
          <p:cNvSpPr/>
          <p:nvPr/>
        </p:nvSpPr>
        <p:spPr>
          <a:xfrm>
            <a:off x="2880960" y="2213280"/>
            <a:ext cx="5303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purchase date + order count / selected metric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CF3866C-8ED4-40D6-944E-F9456E3DE950}"/>
              </a:ext>
            </a:extLst>
          </p:cNvPr>
          <p:cNvSpPr/>
          <p:nvPr/>
        </p:nvSpPr>
        <p:spPr>
          <a:xfrm>
            <a:off x="8321640" y="2213280"/>
            <a:ext cx="29257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Detect peaks, dips and seasonality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2FC320F8-A7B6-4AAC-A5F4-ABC6D61FD6F2}"/>
              </a:ext>
            </a:extLst>
          </p:cNvPr>
          <p:cNvSpPr/>
          <p:nvPr/>
        </p:nvSpPr>
        <p:spPr>
          <a:xfrm>
            <a:off x="640680" y="2880720"/>
            <a:ext cx="109724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AC1EB1CA-397B-4062-8F3D-FC84A16BF99B}"/>
              </a:ext>
            </a:extLst>
          </p:cNvPr>
          <p:cNvSpPr/>
          <p:nvPr/>
        </p:nvSpPr>
        <p:spPr>
          <a:xfrm>
            <a:off x="841920" y="2999520"/>
            <a:ext cx="1919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Payment donut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38E16996-421A-4DD2-9D6D-51FA3A23CDD9}"/>
              </a:ext>
            </a:extLst>
          </p:cNvPr>
          <p:cNvSpPr/>
          <p:nvPr/>
        </p:nvSpPr>
        <p:spPr>
          <a:xfrm>
            <a:off x="2880960" y="2999520"/>
            <a:ext cx="5303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payment_type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5BB94ED0-4BBE-4F88-AD63-D8B5B67D11C8}"/>
              </a:ext>
            </a:extLst>
          </p:cNvPr>
          <p:cNvSpPr/>
          <p:nvPr/>
        </p:nvSpPr>
        <p:spPr>
          <a:xfrm>
            <a:off x="8321640" y="2999520"/>
            <a:ext cx="29257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Understand payment dependency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AAF53322-DCD4-41B4-AF38-98D0FB9B3610}"/>
              </a:ext>
            </a:extLst>
          </p:cNvPr>
          <p:cNvSpPr/>
          <p:nvPr/>
        </p:nvSpPr>
        <p:spPr>
          <a:xfrm>
            <a:off x="640680" y="3666960"/>
            <a:ext cx="109724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148734A0-B823-4449-B71D-B48D729E2266}"/>
              </a:ext>
            </a:extLst>
          </p:cNvPr>
          <p:cNvSpPr/>
          <p:nvPr/>
        </p:nvSpPr>
        <p:spPr>
          <a:xfrm>
            <a:off x="841920" y="3786120"/>
            <a:ext cx="1919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Order status visual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DA8FB3B4-2282-4DDB-88A9-B9A08D5273E0}"/>
              </a:ext>
            </a:extLst>
          </p:cNvPr>
          <p:cNvSpPr/>
          <p:nvPr/>
        </p:nvSpPr>
        <p:spPr>
          <a:xfrm>
            <a:off x="2880960" y="3786120"/>
            <a:ext cx="5303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order_status</a:t>
            </a: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4D274048-21E5-482D-81ED-195F26507240}"/>
              </a:ext>
            </a:extLst>
          </p:cNvPr>
          <p:cNvSpPr/>
          <p:nvPr/>
        </p:nvSpPr>
        <p:spPr>
          <a:xfrm>
            <a:off x="8321640" y="3786120"/>
            <a:ext cx="29257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Monitor fulfillment funnel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1">
            <a:extLst>
              <a:ext uri="{FF2B5EF4-FFF2-40B4-BE49-F238E27FC236}">
                <a16:creationId xmlns:a16="http://schemas.microsoft.com/office/drawing/2014/main" id="{F0A1565E-4605-4271-A14D-1C886B7037F7}"/>
              </a:ext>
            </a:extLst>
          </p:cNvPr>
          <p:cNvSpPr/>
          <p:nvPr/>
        </p:nvSpPr>
        <p:spPr>
          <a:xfrm>
            <a:off x="640680" y="4453560"/>
            <a:ext cx="109724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181AE6EF-D4CC-4CCC-899A-D174186D4909}"/>
              </a:ext>
            </a:extLst>
          </p:cNvPr>
          <p:cNvSpPr/>
          <p:nvPr/>
        </p:nvSpPr>
        <p:spPr>
          <a:xfrm>
            <a:off x="841920" y="4572360"/>
            <a:ext cx="1919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Slicers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C185A199-04ED-488C-9CFB-B2E749EBA2CB}"/>
              </a:ext>
            </a:extLst>
          </p:cNvPr>
          <p:cNvSpPr/>
          <p:nvPr/>
        </p:nvSpPr>
        <p:spPr>
          <a:xfrm>
            <a:off x="2880960" y="4572360"/>
            <a:ext cx="5303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date, state, category, payment</a:t>
            </a: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78DC933F-B0D1-4C7D-B00A-A9319E1B5EC7}"/>
              </a:ext>
            </a:extLst>
          </p:cNvPr>
          <p:cNvSpPr/>
          <p:nvPr/>
        </p:nvSpPr>
        <p:spPr>
          <a:xfrm>
            <a:off x="8329645" y="4503357"/>
            <a:ext cx="292572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Turn the page into an exploratory tool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25">
            <a:extLst>
              <a:ext uri="{FF2B5EF4-FFF2-40B4-BE49-F238E27FC236}">
                <a16:creationId xmlns:a16="http://schemas.microsoft.com/office/drawing/2014/main" id="{E080A917-FBAA-4EAD-B5C0-2B5F39AFEA20}"/>
              </a:ext>
            </a:extLst>
          </p:cNvPr>
          <p:cNvSpPr/>
          <p:nvPr/>
        </p:nvSpPr>
        <p:spPr>
          <a:xfrm>
            <a:off x="640680" y="5239800"/>
            <a:ext cx="109724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097ADB87-B9D6-46FC-95B4-52CC4A0566CF}"/>
              </a:ext>
            </a:extLst>
          </p:cNvPr>
          <p:cNvSpPr/>
          <p:nvPr/>
        </p:nvSpPr>
        <p:spPr>
          <a:xfrm>
            <a:off x="841920" y="5358600"/>
            <a:ext cx="1919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Metric selector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7">
            <a:extLst>
              <a:ext uri="{FF2B5EF4-FFF2-40B4-BE49-F238E27FC236}">
                <a16:creationId xmlns:a16="http://schemas.microsoft.com/office/drawing/2014/main" id="{1939CBF8-B6F2-4B32-BE7B-9BF10CA926C9}"/>
              </a:ext>
            </a:extLst>
          </p:cNvPr>
          <p:cNvSpPr/>
          <p:nvPr/>
        </p:nvSpPr>
        <p:spPr>
          <a:xfrm>
            <a:off x="2880960" y="5358600"/>
            <a:ext cx="5303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supporting parameter table</a:t>
            </a:r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C4619E47-16E0-4226-AF1B-397217F404E6}"/>
              </a:ext>
            </a:extLst>
          </p:cNvPr>
          <p:cNvSpPr/>
          <p:nvPr/>
        </p:nvSpPr>
        <p:spPr>
          <a:xfrm>
            <a:off x="8321640" y="5289597"/>
            <a:ext cx="292572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Switch the analytical lens without duplicating visuals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249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9B4D7084-85F8-448C-8798-ACBF75164DDE}"/>
              </a:ext>
            </a:extLst>
          </p:cNvPr>
          <p:cNvSpPr/>
          <p:nvPr/>
        </p:nvSpPr>
        <p:spPr>
          <a:xfrm>
            <a:off x="502920" y="320040"/>
            <a:ext cx="458200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Dashboard 1 — Business Insights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A6F6F432-295B-4B4F-AABF-60E9B6F47FEE}"/>
              </a:ext>
            </a:extLst>
          </p:cNvPr>
          <p:cNvSpPr/>
          <p:nvPr/>
        </p:nvSpPr>
        <p:spPr>
          <a:xfrm>
            <a:off x="530280" y="859680"/>
            <a:ext cx="369714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What management can act on immediately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8155D54-DC34-4C71-A8C0-6060C1B08D24}"/>
              </a:ext>
            </a:extLst>
          </p:cNvPr>
          <p:cNvSpPr/>
          <p:nvPr/>
        </p:nvSpPr>
        <p:spPr>
          <a:xfrm>
            <a:off x="11271297" y="347400"/>
            <a:ext cx="386943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208FB863-B506-43C9-BABF-AF51A4A95C84}"/>
              </a:ext>
            </a:extLst>
          </p:cNvPr>
          <p:cNvSpPr/>
          <p:nvPr/>
        </p:nvSpPr>
        <p:spPr>
          <a:xfrm>
            <a:off x="685800" y="1367045"/>
            <a:ext cx="1097244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69B626B-0495-4A89-8570-3ADAA15B0A07}"/>
              </a:ext>
            </a:extLst>
          </p:cNvPr>
          <p:cNvSpPr/>
          <p:nvPr/>
        </p:nvSpPr>
        <p:spPr>
          <a:xfrm>
            <a:off x="914400" y="1518177"/>
            <a:ext cx="150840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Scale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386F983C-67CF-425C-ABCC-8A4A5C8C9390}"/>
              </a:ext>
            </a:extLst>
          </p:cNvPr>
          <p:cNvSpPr/>
          <p:nvPr/>
        </p:nvSpPr>
        <p:spPr>
          <a:xfrm>
            <a:off x="2487240" y="1483786"/>
            <a:ext cx="877788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99,441 orders and R$13.59M of item-price GMV provide a strong transaction base.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82626D0B-8F74-4A3A-BA99-201E8F5084DF}"/>
              </a:ext>
            </a:extLst>
          </p:cNvPr>
          <p:cNvSpPr/>
          <p:nvPr/>
        </p:nvSpPr>
        <p:spPr>
          <a:xfrm>
            <a:off x="685800" y="2300494"/>
            <a:ext cx="1097244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FA94C7CE-9CB8-4E29-B273-39D46E433228}"/>
              </a:ext>
            </a:extLst>
          </p:cNvPr>
          <p:cNvSpPr/>
          <p:nvPr/>
        </p:nvSpPr>
        <p:spPr>
          <a:xfrm>
            <a:off x="914400" y="2340720"/>
            <a:ext cx="150840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Payment dependency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6EE1967-2158-4DC1-A2A5-A5E2691F560D}"/>
              </a:ext>
            </a:extLst>
          </p:cNvPr>
          <p:cNvSpPr/>
          <p:nvPr/>
        </p:nvSpPr>
        <p:spPr>
          <a:xfrm>
            <a:off x="2487240" y="2304360"/>
            <a:ext cx="877788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Credit cards account for 73.92% of payment records, making payment reliability strategically important.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B8132F02-ACCD-40E0-9EE5-191C301BC4C3}"/>
              </a:ext>
            </a:extLst>
          </p:cNvPr>
          <p:cNvSpPr/>
          <p:nvPr/>
        </p:nvSpPr>
        <p:spPr>
          <a:xfrm>
            <a:off x="685800" y="3214894"/>
            <a:ext cx="1097244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D9D743A0-A8CD-4A66-BA8A-06DA6E7C0D21}"/>
              </a:ext>
            </a:extLst>
          </p:cNvPr>
          <p:cNvSpPr/>
          <p:nvPr/>
        </p:nvSpPr>
        <p:spPr>
          <a:xfrm>
            <a:off x="926880" y="3329807"/>
            <a:ext cx="150840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Fulfillment success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DF567AD9-3F0D-4000-A1A9-42C255496EBC}"/>
              </a:ext>
            </a:extLst>
          </p:cNvPr>
          <p:cNvSpPr/>
          <p:nvPr/>
        </p:nvSpPr>
        <p:spPr>
          <a:xfrm>
            <a:off x="2523728" y="3399636"/>
            <a:ext cx="877788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97.02% of orders are delivered; cancellations are 625 orders (0.63%).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B6DC7876-7CF1-40AD-84AE-ADEE4A87C914}"/>
              </a:ext>
            </a:extLst>
          </p:cNvPr>
          <p:cNvSpPr/>
          <p:nvPr/>
        </p:nvSpPr>
        <p:spPr>
          <a:xfrm>
            <a:off x="685800" y="4370180"/>
            <a:ext cx="1097244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CB9209E9-F6CE-42AA-9A8F-32146445BE55}"/>
              </a:ext>
            </a:extLst>
          </p:cNvPr>
          <p:cNvSpPr/>
          <p:nvPr/>
        </p:nvSpPr>
        <p:spPr>
          <a:xfrm>
            <a:off x="870452" y="4576390"/>
            <a:ext cx="150840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F8705B51-392F-4834-A5DC-4C89917D7221}"/>
              </a:ext>
            </a:extLst>
          </p:cNvPr>
          <p:cNvSpPr/>
          <p:nvPr/>
        </p:nvSpPr>
        <p:spPr>
          <a:xfrm>
            <a:off x="2523728" y="4576390"/>
            <a:ext cx="877788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Average review is 4.09/5; 5-star reviews are 57.78%, while 1-star reviews are 11.51%.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C0E4A4B2-CA71-4B41-8921-225346EDF311}"/>
              </a:ext>
            </a:extLst>
          </p:cNvPr>
          <p:cNvSpPr/>
          <p:nvPr/>
        </p:nvSpPr>
        <p:spPr>
          <a:xfrm>
            <a:off x="685800" y="5575256"/>
            <a:ext cx="1097244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7F9BDEFC-F006-4173-9463-D4EA84D2FA80}"/>
              </a:ext>
            </a:extLst>
          </p:cNvPr>
          <p:cNvSpPr/>
          <p:nvPr/>
        </p:nvSpPr>
        <p:spPr>
          <a:xfrm>
            <a:off x="978840" y="5661220"/>
            <a:ext cx="150840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0072B2BD-D715-490C-B52B-0C9A6EBC512B}"/>
              </a:ext>
            </a:extLst>
          </p:cNvPr>
          <p:cNvSpPr/>
          <p:nvPr/>
        </p:nvSpPr>
        <p:spPr>
          <a:xfrm>
            <a:off x="2472671" y="5661220"/>
            <a:ext cx="877788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Track low-rating orders by category, seller, state and delivery performance to find root causes.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768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3670A61C-E60F-40FF-9C01-5B18AFD83552}"/>
              </a:ext>
            </a:extLst>
          </p:cNvPr>
          <p:cNvSpPr/>
          <p:nvPr/>
        </p:nvSpPr>
        <p:spPr>
          <a:xfrm>
            <a:off x="502920" y="320040"/>
            <a:ext cx="6513235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Dashboard 2 — Product &amp; Customer Analysis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BFDC5D2B-4153-4D80-97AD-88BDD5DC3F3D}"/>
              </a:ext>
            </a:extLst>
          </p:cNvPr>
          <p:cNvSpPr/>
          <p:nvPr/>
        </p:nvSpPr>
        <p:spPr>
          <a:xfrm>
            <a:off x="639720" y="813348"/>
            <a:ext cx="5122213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Portfolio concentration, Pareto prioritization and customer sentiment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F7C5DA7F-F355-4FFF-885D-7E7D20D5080F}"/>
              </a:ext>
            </a:extLst>
          </p:cNvPr>
          <p:cNvSpPr/>
          <p:nvPr/>
        </p:nvSpPr>
        <p:spPr>
          <a:xfrm>
            <a:off x="11348242" y="347400"/>
            <a:ext cx="309998" cy="2447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A4F9E2-AADF-4C31-A887-7CABBBBE9FD7}"/>
              </a:ext>
            </a:extLst>
          </p:cNvPr>
          <p:cNvSpPr/>
          <p:nvPr/>
        </p:nvSpPr>
        <p:spPr>
          <a:xfrm>
            <a:off x="134471" y="1179359"/>
            <a:ext cx="11869270" cy="5535205"/>
          </a:xfrm>
          <a:prstGeom prst="rect">
            <a:avLst/>
          </a:prstGeom>
          <a:solidFill>
            <a:schemeClr val="bg1"/>
          </a:solidFill>
          <a:ln w="22225">
            <a:solidFill>
              <a:srgbClr val="78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6973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050F897-6037-4A4F-B07C-474708C11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2" y="1179358"/>
            <a:ext cx="11869269" cy="553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0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3000AAE1-F7BD-4B3E-B872-C9002530A662}"/>
              </a:ext>
            </a:extLst>
          </p:cNvPr>
          <p:cNvSpPr/>
          <p:nvPr/>
        </p:nvSpPr>
        <p:spPr>
          <a:xfrm>
            <a:off x="502920" y="320040"/>
            <a:ext cx="683967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Dashboard 2 — Visuals, Columns &amp; DAX Purpose</a:t>
            </a:r>
            <a:endParaRPr lang="en-US" sz="2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2686D184-B13D-47C5-AE1D-450F90459015}"/>
              </a:ext>
            </a:extLst>
          </p:cNvPr>
          <p:cNvSpPr/>
          <p:nvPr/>
        </p:nvSpPr>
        <p:spPr>
          <a:xfrm>
            <a:off x="594360" y="820676"/>
            <a:ext cx="4105909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Design choices that make portfolio analysis actionable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5DDE664E-72DA-4796-AA23-8E7062BA8D87}"/>
              </a:ext>
            </a:extLst>
          </p:cNvPr>
          <p:cNvSpPr/>
          <p:nvPr/>
        </p:nvSpPr>
        <p:spPr>
          <a:xfrm>
            <a:off x="11296945" y="347400"/>
            <a:ext cx="361295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7C967091-06E9-41F0-B2BD-CB9E631484D3}"/>
              </a:ext>
            </a:extLst>
          </p:cNvPr>
          <p:cNvSpPr/>
          <p:nvPr/>
        </p:nvSpPr>
        <p:spPr>
          <a:xfrm>
            <a:off x="594360" y="1236358"/>
            <a:ext cx="11063880" cy="585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274E7E59-7331-4E2A-8064-641C78EBB092}"/>
              </a:ext>
            </a:extLst>
          </p:cNvPr>
          <p:cNvSpPr/>
          <p:nvPr/>
        </p:nvSpPr>
        <p:spPr>
          <a:xfrm>
            <a:off x="822960" y="1344240"/>
            <a:ext cx="1874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Pareto chart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3B9A313F-DBBF-4008-82AE-BF4149A91F35}"/>
              </a:ext>
            </a:extLst>
          </p:cNvPr>
          <p:cNvSpPr/>
          <p:nvPr/>
        </p:nvSpPr>
        <p:spPr>
          <a:xfrm>
            <a:off x="2788920" y="1325880"/>
            <a:ext cx="51202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category + [Total GMV] + [Cumulative GMV %]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AA51C1E4-95B1-4C24-9FA1-7A0C40C00C66}"/>
              </a:ext>
            </a:extLst>
          </p:cNvPr>
          <p:cNvSpPr/>
          <p:nvPr/>
        </p:nvSpPr>
        <p:spPr>
          <a:xfrm>
            <a:off x="8156520" y="1325880"/>
            <a:ext cx="31543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Find value concentration / Top-N focus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523FD498-7AAF-4974-B29E-F2584C2B307A}"/>
              </a:ext>
            </a:extLst>
          </p:cNvPr>
          <p:cNvSpPr/>
          <p:nvPr/>
        </p:nvSpPr>
        <p:spPr>
          <a:xfrm>
            <a:off x="564060" y="2048725"/>
            <a:ext cx="11063880" cy="585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6B4D1830-B2D6-446F-A79B-4DDAE9679074}"/>
              </a:ext>
            </a:extLst>
          </p:cNvPr>
          <p:cNvSpPr/>
          <p:nvPr/>
        </p:nvSpPr>
        <p:spPr>
          <a:xfrm>
            <a:off x="822960" y="2094120"/>
            <a:ext cx="1874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Treemap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7EF48FE4-D008-42F7-B99A-A9FC3F8079B6}"/>
              </a:ext>
            </a:extLst>
          </p:cNvPr>
          <p:cNvSpPr/>
          <p:nvPr/>
        </p:nvSpPr>
        <p:spPr>
          <a:xfrm>
            <a:off x="2788920" y="2075760"/>
            <a:ext cx="51202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category + [Total GMV]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76C55E87-7ECB-440C-9258-5B504557CEC1}"/>
              </a:ext>
            </a:extLst>
          </p:cNvPr>
          <p:cNvSpPr/>
          <p:nvPr/>
        </p:nvSpPr>
        <p:spPr>
          <a:xfrm>
            <a:off x="8156520" y="2075760"/>
            <a:ext cx="315432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Compare portfolio composition at a glance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332A1D85-AB27-46EC-806C-88E168728CAD}"/>
              </a:ext>
            </a:extLst>
          </p:cNvPr>
          <p:cNvSpPr/>
          <p:nvPr/>
        </p:nvSpPr>
        <p:spPr>
          <a:xfrm>
            <a:off x="594360" y="2798605"/>
            <a:ext cx="11063880" cy="585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9E0F0C8E-DCDB-486A-AC95-0792010CC295}"/>
              </a:ext>
            </a:extLst>
          </p:cNvPr>
          <p:cNvSpPr/>
          <p:nvPr/>
        </p:nvSpPr>
        <p:spPr>
          <a:xfrm>
            <a:off x="822960" y="2843640"/>
            <a:ext cx="1874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Review chart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030EA9D8-EE70-4719-997E-9297BA089D14}"/>
              </a:ext>
            </a:extLst>
          </p:cNvPr>
          <p:cNvSpPr/>
          <p:nvPr/>
        </p:nvSpPr>
        <p:spPr>
          <a:xfrm>
            <a:off x="2788920" y="2825640"/>
            <a:ext cx="51202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review_score + review count/%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A42467D8-4254-4E74-9A2A-1967748F0A65}"/>
              </a:ext>
            </a:extLst>
          </p:cNvPr>
          <p:cNvSpPr/>
          <p:nvPr/>
        </p:nvSpPr>
        <p:spPr>
          <a:xfrm>
            <a:off x="8156520" y="2825640"/>
            <a:ext cx="315432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Measure customer sentiment distribution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ed Rectangle 17">
            <a:extLst>
              <a:ext uri="{FF2B5EF4-FFF2-40B4-BE49-F238E27FC236}">
                <a16:creationId xmlns:a16="http://schemas.microsoft.com/office/drawing/2014/main" id="{03AE23D2-23D5-460A-9397-F3DDF6787769}"/>
              </a:ext>
            </a:extLst>
          </p:cNvPr>
          <p:cNvSpPr/>
          <p:nvPr/>
        </p:nvSpPr>
        <p:spPr>
          <a:xfrm>
            <a:off x="564060" y="3547278"/>
            <a:ext cx="11063880" cy="585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4BAB6898-D13A-4F89-878C-E23BBC01B6ED}"/>
              </a:ext>
            </a:extLst>
          </p:cNvPr>
          <p:cNvSpPr/>
          <p:nvPr/>
        </p:nvSpPr>
        <p:spPr>
          <a:xfrm>
            <a:off x="822960" y="3593520"/>
            <a:ext cx="1874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Top-N parameter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5571EA52-2DDB-49ED-BA90-55657613B089}"/>
              </a:ext>
            </a:extLst>
          </p:cNvPr>
          <p:cNvSpPr/>
          <p:nvPr/>
        </p:nvSpPr>
        <p:spPr>
          <a:xfrm>
            <a:off x="2788920" y="3575160"/>
            <a:ext cx="51202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Parameter table + dynamic filter logic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DA75BC02-B568-4ABA-A2D7-704AC56CD6B4}"/>
              </a:ext>
            </a:extLst>
          </p:cNvPr>
          <p:cNvSpPr/>
          <p:nvPr/>
        </p:nvSpPr>
        <p:spPr>
          <a:xfrm>
            <a:off x="8156520" y="3575160"/>
            <a:ext cx="315432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Let the audience set the depth of analysis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ounded Rectangle 21">
            <a:extLst>
              <a:ext uri="{FF2B5EF4-FFF2-40B4-BE49-F238E27FC236}">
                <a16:creationId xmlns:a16="http://schemas.microsoft.com/office/drawing/2014/main" id="{86954F77-E637-43E7-917C-30689C14F94A}"/>
              </a:ext>
            </a:extLst>
          </p:cNvPr>
          <p:cNvSpPr/>
          <p:nvPr/>
        </p:nvSpPr>
        <p:spPr>
          <a:xfrm>
            <a:off x="594360" y="4456395"/>
            <a:ext cx="11063880" cy="585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E46D2ABB-41FA-4D1B-BE45-00A18B3887AF}"/>
              </a:ext>
            </a:extLst>
          </p:cNvPr>
          <p:cNvSpPr/>
          <p:nvPr/>
        </p:nvSpPr>
        <p:spPr>
          <a:xfrm>
            <a:off x="822960" y="4595733"/>
            <a:ext cx="1874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Category slicer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DA349851-5621-41FC-8290-C353AA6DE3E0}"/>
              </a:ext>
            </a:extLst>
          </p:cNvPr>
          <p:cNvSpPr/>
          <p:nvPr/>
        </p:nvSpPr>
        <p:spPr>
          <a:xfrm>
            <a:off x="2788920" y="4595732"/>
            <a:ext cx="51202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7BDD3833-4E36-403B-91CA-8BA3084D55CD}"/>
              </a:ext>
            </a:extLst>
          </p:cNvPr>
          <p:cNvSpPr/>
          <p:nvPr/>
        </p:nvSpPr>
        <p:spPr>
          <a:xfrm>
            <a:off x="8206560" y="4595731"/>
            <a:ext cx="31543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Isolate a product family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ounded Rectangle 25">
            <a:extLst>
              <a:ext uri="{FF2B5EF4-FFF2-40B4-BE49-F238E27FC236}">
                <a16:creationId xmlns:a16="http://schemas.microsoft.com/office/drawing/2014/main" id="{085C30F0-9DDD-40DE-BCB2-366203B91947}"/>
              </a:ext>
            </a:extLst>
          </p:cNvPr>
          <p:cNvSpPr/>
          <p:nvPr/>
        </p:nvSpPr>
        <p:spPr>
          <a:xfrm>
            <a:off x="594360" y="5451428"/>
            <a:ext cx="11063880" cy="585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05F01636-CC73-41E9-A47E-441DD41D5397}"/>
              </a:ext>
            </a:extLst>
          </p:cNvPr>
          <p:cNvSpPr/>
          <p:nvPr/>
        </p:nvSpPr>
        <p:spPr>
          <a:xfrm>
            <a:off x="822960" y="5579653"/>
            <a:ext cx="1874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State/date slicers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7">
            <a:extLst>
              <a:ext uri="{FF2B5EF4-FFF2-40B4-BE49-F238E27FC236}">
                <a16:creationId xmlns:a16="http://schemas.microsoft.com/office/drawing/2014/main" id="{194D59E1-A72A-4EE8-BBFB-E6670B250DB0}"/>
              </a:ext>
            </a:extLst>
          </p:cNvPr>
          <p:cNvSpPr/>
          <p:nvPr/>
        </p:nvSpPr>
        <p:spPr>
          <a:xfrm>
            <a:off x="2788920" y="5613574"/>
            <a:ext cx="51202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 err="1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customer_state</a:t>
            </a: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400" b="0" u="none" strike="noStrike" dirty="0" err="1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Date_Table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229405F0-D669-45E0-ADD5-7D40130FAB33}"/>
              </a:ext>
            </a:extLst>
          </p:cNvPr>
          <p:cNvSpPr/>
          <p:nvPr/>
        </p:nvSpPr>
        <p:spPr>
          <a:xfrm>
            <a:off x="8142625" y="5514662"/>
            <a:ext cx="315432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Find where/when performance changes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499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9AE2BFC6-41EF-4929-BB01-A7FAC42A066E}"/>
              </a:ext>
            </a:extLst>
          </p:cNvPr>
          <p:cNvSpPr/>
          <p:nvPr/>
        </p:nvSpPr>
        <p:spPr>
          <a:xfrm>
            <a:off x="502920" y="320040"/>
            <a:ext cx="458200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Dashboard 2 — Business Insights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7AFC76B-8E49-425C-8B4E-A14A419C20D9}"/>
              </a:ext>
            </a:extLst>
          </p:cNvPr>
          <p:cNvSpPr/>
          <p:nvPr/>
        </p:nvSpPr>
        <p:spPr>
          <a:xfrm>
            <a:off x="530280" y="859680"/>
            <a:ext cx="4804818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Product concentration + sentiment create clear priorities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855B1831-0CC9-4435-9A5C-CF16D4083A97}"/>
              </a:ext>
            </a:extLst>
          </p:cNvPr>
          <p:cNvSpPr/>
          <p:nvPr/>
        </p:nvSpPr>
        <p:spPr>
          <a:xfrm>
            <a:off x="11271297" y="347400"/>
            <a:ext cx="386943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417A28A1-81DF-49C1-A134-AFA3E3AEF2A3}"/>
              </a:ext>
            </a:extLst>
          </p:cNvPr>
          <p:cNvSpPr/>
          <p:nvPr/>
        </p:nvSpPr>
        <p:spPr>
          <a:xfrm>
            <a:off x="685800" y="1377799"/>
            <a:ext cx="1097244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6C1B068-5E35-49D0-98A1-B77A2BAAA730}"/>
              </a:ext>
            </a:extLst>
          </p:cNvPr>
          <p:cNvSpPr/>
          <p:nvPr/>
        </p:nvSpPr>
        <p:spPr>
          <a:xfrm>
            <a:off x="914400" y="1475536"/>
            <a:ext cx="205704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Category concentration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AA7F5381-530F-4461-B4F0-EA8195733EC6}"/>
              </a:ext>
            </a:extLst>
          </p:cNvPr>
          <p:cNvSpPr/>
          <p:nvPr/>
        </p:nvSpPr>
        <p:spPr>
          <a:xfrm>
            <a:off x="3063240" y="1543147"/>
            <a:ext cx="822924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Top 5 categories contribute 39.7% of item-price GMV; Top 10 contribute 62.4%.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A9DAEE6-F7B4-4534-8710-5BD93DCA7954}"/>
              </a:ext>
            </a:extLst>
          </p:cNvPr>
          <p:cNvSpPr/>
          <p:nvPr/>
        </p:nvSpPr>
        <p:spPr>
          <a:xfrm>
            <a:off x="685800" y="2308225"/>
            <a:ext cx="1097244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9A044D99-4BE9-4F0D-8502-9B048A888FA5}"/>
              </a:ext>
            </a:extLst>
          </p:cNvPr>
          <p:cNvSpPr/>
          <p:nvPr/>
        </p:nvSpPr>
        <p:spPr>
          <a:xfrm>
            <a:off x="914400" y="2514435"/>
            <a:ext cx="205704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Leading category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B3E279A0-5E69-4DF5-B2AC-D083D45185C2}"/>
              </a:ext>
            </a:extLst>
          </p:cNvPr>
          <p:cNvSpPr/>
          <p:nvPr/>
        </p:nvSpPr>
        <p:spPr>
          <a:xfrm>
            <a:off x="3063240" y="2514435"/>
            <a:ext cx="822924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Health &amp; Beauty is the largest category at about R$1.26M item-price GMV.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6FB79CEA-B57A-415A-A04B-C8A671550639}"/>
              </a:ext>
            </a:extLst>
          </p:cNvPr>
          <p:cNvSpPr/>
          <p:nvPr/>
        </p:nvSpPr>
        <p:spPr>
          <a:xfrm>
            <a:off x="685800" y="3251174"/>
            <a:ext cx="1097244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4F1097B4-D042-4E96-8B03-AF260E1C3233}"/>
              </a:ext>
            </a:extLst>
          </p:cNvPr>
          <p:cNvSpPr/>
          <p:nvPr/>
        </p:nvSpPr>
        <p:spPr>
          <a:xfrm>
            <a:off x="914400" y="3427980"/>
            <a:ext cx="205704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Portfolio action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ABEBBF43-50C1-4823-8559-5942821139CE}"/>
              </a:ext>
            </a:extLst>
          </p:cNvPr>
          <p:cNvSpPr/>
          <p:nvPr/>
        </p:nvSpPr>
        <p:spPr>
          <a:xfrm>
            <a:off x="3063240" y="3346265"/>
            <a:ext cx="822924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Protect high-value categories through inventory availability, merchandising and targeted promotions.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C2A749B5-8D48-46B8-BDE3-9CE1F4311DE6}"/>
              </a:ext>
            </a:extLst>
          </p:cNvPr>
          <p:cNvSpPr/>
          <p:nvPr/>
        </p:nvSpPr>
        <p:spPr>
          <a:xfrm>
            <a:off x="685800" y="4262326"/>
            <a:ext cx="1097244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87033E4F-FD5A-42CC-BBC7-9F898BBFD9F6}"/>
              </a:ext>
            </a:extLst>
          </p:cNvPr>
          <p:cNvSpPr/>
          <p:nvPr/>
        </p:nvSpPr>
        <p:spPr>
          <a:xfrm>
            <a:off x="914400" y="4379818"/>
            <a:ext cx="205704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Customer sentiment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E9C63282-8B38-47C8-B9C8-32091FBBAAA7}"/>
              </a:ext>
            </a:extLst>
          </p:cNvPr>
          <p:cNvSpPr/>
          <p:nvPr/>
        </p:nvSpPr>
        <p:spPr>
          <a:xfrm>
            <a:off x="3063240" y="4468536"/>
            <a:ext cx="822924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77.07% of reviews are 4–5 stars, but 1-star reviews are 11.51% — a meaningful exception pool.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16F33DD3-0470-4FA1-AF20-4EB0CE6EFAE2}"/>
              </a:ext>
            </a:extLst>
          </p:cNvPr>
          <p:cNvSpPr/>
          <p:nvPr/>
        </p:nvSpPr>
        <p:spPr>
          <a:xfrm>
            <a:off x="685800" y="5384641"/>
            <a:ext cx="1097244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8423B5AF-059F-414B-AC90-75B0F74EBFC9}"/>
              </a:ext>
            </a:extLst>
          </p:cNvPr>
          <p:cNvSpPr/>
          <p:nvPr/>
        </p:nvSpPr>
        <p:spPr>
          <a:xfrm>
            <a:off x="1006200" y="5513760"/>
            <a:ext cx="205704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Diagnostic action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002E1E56-A164-4B50-B297-DB9A7D8E49AE}"/>
              </a:ext>
            </a:extLst>
          </p:cNvPr>
          <p:cNvSpPr/>
          <p:nvPr/>
        </p:nvSpPr>
        <p:spPr>
          <a:xfrm>
            <a:off x="3063240" y="5431601"/>
            <a:ext cx="822924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Cross-filter low ratings by category, state and delivery status to identify where experience breaks down.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76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B185C555-84B5-478C-94CE-BABBE97D9D2C}"/>
              </a:ext>
            </a:extLst>
          </p:cNvPr>
          <p:cNvSpPr/>
          <p:nvPr/>
        </p:nvSpPr>
        <p:spPr>
          <a:xfrm>
            <a:off x="277905" y="231983"/>
            <a:ext cx="6930978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Dashboard 3 — Sales, Order &amp; Delivery Analysis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37721677-3BC2-4D65-91FF-5B2C2016152E}"/>
              </a:ext>
            </a:extLst>
          </p:cNvPr>
          <p:cNvSpPr/>
          <p:nvPr/>
        </p:nvSpPr>
        <p:spPr>
          <a:xfrm>
            <a:off x="368915" y="707583"/>
            <a:ext cx="3902328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Connecting commercial value with operational performance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873D8F4-9CB5-4D2B-AFE0-DB9F9DBE1A06}"/>
              </a:ext>
            </a:extLst>
          </p:cNvPr>
          <p:cNvSpPr/>
          <p:nvPr/>
        </p:nvSpPr>
        <p:spPr>
          <a:xfrm>
            <a:off x="11348242" y="347400"/>
            <a:ext cx="309998" cy="2447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9955D3-4E3A-4B38-971F-46FDC925D415}"/>
              </a:ext>
            </a:extLst>
          </p:cNvPr>
          <p:cNvSpPr/>
          <p:nvPr/>
        </p:nvSpPr>
        <p:spPr>
          <a:xfrm>
            <a:off x="107576" y="1081284"/>
            <a:ext cx="11914095" cy="5776716"/>
          </a:xfrm>
          <a:prstGeom prst="rect">
            <a:avLst/>
          </a:prstGeom>
          <a:solidFill>
            <a:schemeClr val="bg1"/>
          </a:solidFill>
          <a:ln w="22225">
            <a:solidFill>
              <a:srgbClr val="78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>
              <a:solidFill>
                <a:srgbClr val="6973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39D6322-FECA-47F2-9823-0471A95E6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6" y="983128"/>
            <a:ext cx="11914095" cy="587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93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B474B7D4-5455-454D-B741-4F4355CF33BE}"/>
              </a:ext>
            </a:extLst>
          </p:cNvPr>
          <p:cNvSpPr/>
          <p:nvPr/>
        </p:nvSpPr>
        <p:spPr>
          <a:xfrm>
            <a:off x="502920" y="320040"/>
            <a:ext cx="6176091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Dashboard 3 — Visuals, Columns &amp; Why They Matter</a:t>
            </a:r>
            <a:endParaRPr lang="en-US" sz="20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55005A7-815E-494E-96E4-08D471327221}"/>
              </a:ext>
            </a:extLst>
          </p:cNvPr>
          <p:cNvSpPr/>
          <p:nvPr/>
        </p:nvSpPr>
        <p:spPr>
          <a:xfrm>
            <a:off x="530280" y="859680"/>
            <a:ext cx="4585207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analytics focuses on where performance changes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2854254-38FC-4C4C-8533-58A50F795444}"/>
              </a:ext>
            </a:extLst>
          </p:cNvPr>
          <p:cNvSpPr/>
          <p:nvPr/>
        </p:nvSpPr>
        <p:spPr>
          <a:xfrm>
            <a:off x="11296945" y="347400"/>
            <a:ext cx="361295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2505C100-1F31-4A45-844C-AE3839E23A4E}"/>
              </a:ext>
            </a:extLst>
          </p:cNvPr>
          <p:cNvSpPr/>
          <p:nvPr/>
        </p:nvSpPr>
        <p:spPr>
          <a:xfrm>
            <a:off x="685800" y="1298520"/>
            <a:ext cx="1097244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6E4A748-D393-476E-B68A-15ABE2B07EE6}"/>
              </a:ext>
            </a:extLst>
          </p:cNvPr>
          <p:cNvSpPr/>
          <p:nvPr/>
        </p:nvSpPr>
        <p:spPr>
          <a:xfrm>
            <a:off x="914400" y="1435680"/>
            <a:ext cx="182844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State analysis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DE15CFE7-9FCE-479A-8932-2599A227C083}"/>
              </a:ext>
            </a:extLst>
          </p:cNvPr>
          <p:cNvSpPr/>
          <p:nvPr/>
        </p:nvSpPr>
        <p:spPr>
          <a:xfrm>
            <a:off x="2834640" y="1408320"/>
            <a:ext cx="40687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customer_state + [Total GMV]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02864858-FA75-4348-B3D2-4EEBE9D0956D}"/>
              </a:ext>
            </a:extLst>
          </p:cNvPr>
          <p:cNvSpPr/>
          <p:nvPr/>
        </p:nvSpPr>
        <p:spPr>
          <a:xfrm>
            <a:off x="7059240" y="1408320"/>
            <a:ext cx="4160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Locate demand concentration</a:t>
            </a: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993685BA-6402-48F4-8760-770E89CA91E9}"/>
              </a:ext>
            </a:extLst>
          </p:cNvPr>
          <p:cNvSpPr/>
          <p:nvPr/>
        </p:nvSpPr>
        <p:spPr>
          <a:xfrm>
            <a:off x="685800" y="2265719"/>
            <a:ext cx="1097244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97B7B973-ACE0-438F-B076-75497CE9EA6B}"/>
              </a:ext>
            </a:extLst>
          </p:cNvPr>
          <p:cNvSpPr/>
          <p:nvPr/>
        </p:nvSpPr>
        <p:spPr>
          <a:xfrm>
            <a:off x="914400" y="2402441"/>
            <a:ext cx="182844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Order status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AF2E53D5-91C4-40C4-9311-F17CB7A2DC4D}"/>
              </a:ext>
            </a:extLst>
          </p:cNvPr>
          <p:cNvSpPr/>
          <p:nvPr/>
        </p:nvSpPr>
        <p:spPr>
          <a:xfrm>
            <a:off x="2822883" y="2367825"/>
            <a:ext cx="40687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 err="1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order_status</a:t>
            </a: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+ order count/%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C2B21227-5059-41DC-BF42-D2D507BD6A16}"/>
              </a:ext>
            </a:extLst>
          </p:cNvPr>
          <p:cNvSpPr/>
          <p:nvPr/>
        </p:nvSpPr>
        <p:spPr>
          <a:xfrm>
            <a:off x="6971646" y="2401322"/>
            <a:ext cx="4160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Monitor successful vs exception orders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0F0F8A1F-0B1E-4DE2-A3C8-AAE46A705FBE}"/>
              </a:ext>
            </a:extLst>
          </p:cNvPr>
          <p:cNvSpPr/>
          <p:nvPr/>
        </p:nvSpPr>
        <p:spPr>
          <a:xfrm>
            <a:off x="685800" y="3205051"/>
            <a:ext cx="1097244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B03778E5-E7B8-4214-85A8-7D2F6A9B7DFB}"/>
              </a:ext>
            </a:extLst>
          </p:cNvPr>
          <p:cNvSpPr/>
          <p:nvPr/>
        </p:nvSpPr>
        <p:spPr>
          <a:xfrm>
            <a:off x="928260" y="3361059"/>
            <a:ext cx="182844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Delivery KPI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FD72BCE-0D33-4CEC-83A5-E01AE782E31D}"/>
              </a:ext>
            </a:extLst>
          </p:cNvPr>
          <p:cNvSpPr/>
          <p:nvPr/>
        </p:nvSpPr>
        <p:spPr>
          <a:xfrm>
            <a:off x="2822883" y="3380929"/>
            <a:ext cx="40687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purchase date + delivered date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85308AB0-3990-424D-9B29-B33B15FB0D28}"/>
              </a:ext>
            </a:extLst>
          </p:cNvPr>
          <p:cNvSpPr/>
          <p:nvPr/>
        </p:nvSpPr>
        <p:spPr>
          <a:xfrm>
            <a:off x="7059240" y="3344172"/>
            <a:ext cx="4160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Quantify fulfillment speed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07603193-23E3-45AD-8197-196C1BBA416F}"/>
              </a:ext>
            </a:extLst>
          </p:cNvPr>
          <p:cNvSpPr/>
          <p:nvPr/>
        </p:nvSpPr>
        <p:spPr>
          <a:xfrm>
            <a:off x="685800" y="4182295"/>
            <a:ext cx="1097244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57239F49-89BB-40EC-85F4-DB8E7C79D45D}"/>
              </a:ext>
            </a:extLst>
          </p:cNvPr>
          <p:cNvSpPr/>
          <p:nvPr/>
        </p:nvSpPr>
        <p:spPr>
          <a:xfrm>
            <a:off x="914400" y="4358173"/>
            <a:ext cx="182844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 tree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0E8840B8-F255-49FE-91F0-D26CF8052E8B}"/>
              </a:ext>
            </a:extLst>
          </p:cNvPr>
          <p:cNvSpPr/>
          <p:nvPr/>
        </p:nvSpPr>
        <p:spPr>
          <a:xfrm>
            <a:off x="2834640" y="4373903"/>
            <a:ext cx="40687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[Total GMV] with drill dimensions</a:t>
            </a: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488DFB07-542E-4669-86B4-4090B22CC459}"/>
              </a:ext>
            </a:extLst>
          </p:cNvPr>
          <p:cNvSpPr/>
          <p:nvPr/>
        </p:nvSpPr>
        <p:spPr>
          <a:xfrm>
            <a:off x="7059240" y="4358173"/>
            <a:ext cx="4160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Explain what drives value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1">
            <a:extLst>
              <a:ext uri="{FF2B5EF4-FFF2-40B4-BE49-F238E27FC236}">
                <a16:creationId xmlns:a16="http://schemas.microsoft.com/office/drawing/2014/main" id="{03ABE989-5A6D-4FEA-A0EA-D394DA19B9C2}"/>
              </a:ext>
            </a:extLst>
          </p:cNvPr>
          <p:cNvSpPr/>
          <p:nvPr/>
        </p:nvSpPr>
        <p:spPr>
          <a:xfrm>
            <a:off x="695070" y="5383601"/>
            <a:ext cx="1097244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3032EE5A-FD97-419B-BCC7-3968DD4D7538}"/>
              </a:ext>
            </a:extLst>
          </p:cNvPr>
          <p:cNvSpPr/>
          <p:nvPr/>
        </p:nvSpPr>
        <p:spPr>
          <a:xfrm>
            <a:off x="914400" y="5563962"/>
            <a:ext cx="182844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Matrix / detail view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8F90A564-88A3-4A73-9C56-CD8B6376BA64}"/>
              </a:ext>
            </a:extLst>
          </p:cNvPr>
          <p:cNvSpPr/>
          <p:nvPr/>
        </p:nvSpPr>
        <p:spPr>
          <a:xfrm>
            <a:off x="2834640" y="5563962"/>
            <a:ext cx="40687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state/category/order-status combinations</a:t>
            </a: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1E7F7CE8-768B-46DE-8C19-F98DD53C8EC1}"/>
              </a:ext>
            </a:extLst>
          </p:cNvPr>
          <p:cNvSpPr/>
          <p:nvPr/>
        </p:nvSpPr>
        <p:spPr>
          <a:xfrm>
            <a:off x="7059240" y="5559480"/>
            <a:ext cx="41601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Compare operational performance across segments</a:t>
            </a:r>
            <a:endParaRPr lang="en-US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480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A8A593B5-E938-47FB-B0F3-16A0107CA346}"/>
              </a:ext>
            </a:extLst>
          </p:cNvPr>
          <p:cNvSpPr/>
          <p:nvPr/>
        </p:nvSpPr>
        <p:spPr>
          <a:xfrm>
            <a:off x="502920" y="320040"/>
            <a:ext cx="458200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Dashboard 3 — Business Insights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0E0E197-710D-4807-AFCC-90290315A686}"/>
              </a:ext>
            </a:extLst>
          </p:cNvPr>
          <p:cNvSpPr/>
          <p:nvPr/>
        </p:nvSpPr>
        <p:spPr>
          <a:xfrm>
            <a:off x="530280" y="859680"/>
            <a:ext cx="3907137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Geography and fulfillment reveal operational levers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2BEDEC0-0AF1-4A28-9931-6937DDF1DCC6}"/>
              </a:ext>
            </a:extLst>
          </p:cNvPr>
          <p:cNvSpPr/>
          <p:nvPr/>
        </p:nvSpPr>
        <p:spPr>
          <a:xfrm>
            <a:off x="11296945" y="347400"/>
            <a:ext cx="361295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77D03161-DBC6-4314-981A-A39A264C6326}"/>
              </a:ext>
            </a:extLst>
          </p:cNvPr>
          <p:cNvSpPr/>
          <p:nvPr/>
        </p:nvSpPr>
        <p:spPr>
          <a:xfrm>
            <a:off x="685800" y="1274849"/>
            <a:ext cx="1097244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981EE03-E5D5-4469-A465-CBDCA76A0832}"/>
              </a:ext>
            </a:extLst>
          </p:cNvPr>
          <p:cNvSpPr/>
          <p:nvPr/>
        </p:nvSpPr>
        <p:spPr>
          <a:xfrm>
            <a:off x="914400" y="1398960"/>
            <a:ext cx="214848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Geographic concentration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638FFA41-89A7-41B8-AF10-B682F29BA9E6}"/>
              </a:ext>
            </a:extLst>
          </p:cNvPr>
          <p:cNvSpPr/>
          <p:nvPr/>
        </p:nvSpPr>
        <p:spPr>
          <a:xfrm>
            <a:off x="3062880" y="1515248"/>
            <a:ext cx="80463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São Paulo contributes about 38.3% of GMV; the top 3 states contribute 63.4%.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F6D4D18-A9D4-428E-A90D-E57093D4FB6F}"/>
              </a:ext>
            </a:extLst>
          </p:cNvPr>
          <p:cNvSpPr/>
          <p:nvPr/>
        </p:nvSpPr>
        <p:spPr>
          <a:xfrm>
            <a:off x="685800" y="2264669"/>
            <a:ext cx="1097244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E52BC932-54E6-41CC-900B-52106B5FBCAA}"/>
              </a:ext>
            </a:extLst>
          </p:cNvPr>
          <p:cNvSpPr/>
          <p:nvPr/>
        </p:nvSpPr>
        <p:spPr>
          <a:xfrm>
            <a:off x="914400" y="2464864"/>
            <a:ext cx="21484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Delivery benchmark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725052BB-B7FB-43BF-B576-2AEF875926E2}"/>
              </a:ext>
            </a:extLst>
          </p:cNvPr>
          <p:cNvSpPr/>
          <p:nvPr/>
        </p:nvSpPr>
        <p:spPr>
          <a:xfrm>
            <a:off x="3062880" y="2493054"/>
            <a:ext cx="80463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Average purchase-to-delivery time is 12.56 days across delivered orders with valid dates.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12CDB92A-92A8-4453-9572-6DED177BDA26}"/>
              </a:ext>
            </a:extLst>
          </p:cNvPr>
          <p:cNvSpPr/>
          <p:nvPr/>
        </p:nvSpPr>
        <p:spPr>
          <a:xfrm>
            <a:off x="685800" y="3244737"/>
            <a:ext cx="1097244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020CA44A-9F15-4F83-8561-E9DDC5482B52}"/>
              </a:ext>
            </a:extLst>
          </p:cNvPr>
          <p:cNvSpPr/>
          <p:nvPr/>
        </p:nvSpPr>
        <p:spPr>
          <a:xfrm>
            <a:off x="914400" y="3429000"/>
            <a:ext cx="21484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Exception monitoring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E3804FA3-3247-4A70-A0AB-D0005C666E36}"/>
              </a:ext>
            </a:extLst>
          </p:cNvPr>
          <p:cNvSpPr/>
          <p:nvPr/>
        </p:nvSpPr>
        <p:spPr>
          <a:xfrm>
            <a:off x="3062880" y="3417139"/>
            <a:ext cx="80463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625 orders are canceled; unavailable orders are another 0.61%.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92DFC457-F5BE-4E2C-9F9F-EB6033E97628}"/>
              </a:ext>
            </a:extLst>
          </p:cNvPr>
          <p:cNvSpPr/>
          <p:nvPr/>
        </p:nvSpPr>
        <p:spPr>
          <a:xfrm>
            <a:off x="685800" y="4302683"/>
            <a:ext cx="1097244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85F7538A-4A11-4C55-BCE0-3B0CF0A97DFF}"/>
              </a:ext>
            </a:extLst>
          </p:cNvPr>
          <p:cNvSpPr/>
          <p:nvPr/>
        </p:nvSpPr>
        <p:spPr>
          <a:xfrm>
            <a:off x="914400" y="4524281"/>
            <a:ext cx="21484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Regional action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E7E74379-517F-4D47-952B-FA0799943E1F}"/>
              </a:ext>
            </a:extLst>
          </p:cNvPr>
          <p:cNvSpPr/>
          <p:nvPr/>
        </p:nvSpPr>
        <p:spPr>
          <a:xfrm>
            <a:off x="3062880" y="4580662"/>
            <a:ext cx="80463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Set state-level delivery targets and investigate high-delay regions rather than using only a national average.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7FC3E7CA-B55C-4C70-93C5-512954EB4189}"/>
              </a:ext>
            </a:extLst>
          </p:cNvPr>
          <p:cNvSpPr/>
          <p:nvPr/>
        </p:nvSpPr>
        <p:spPr>
          <a:xfrm>
            <a:off x="685800" y="5454198"/>
            <a:ext cx="1097244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D2FC8264-DF00-4554-9221-C14D76A4A780}"/>
              </a:ext>
            </a:extLst>
          </p:cNvPr>
          <p:cNvSpPr/>
          <p:nvPr/>
        </p:nvSpPr>
        <p:spPr>
          <a:xfrm>
            <a:off x="914400" y="5596200"/>
            <a:ext cx="21484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Commercial action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82388A7C-C7B5-462A-B6DB-5A56889F2203}"/>
              </a:ext>
            </a:extLst>
          </p:cNvPr>
          <p:cNvSpPr/>
          <p:nvPr/>
        </p:nvSpPr>
        <p:spPr>
          <a:xfrm>
            <a:off x="3062880" y="5596200"/>
            <a:ext cx="80463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Prioritize capacity and seller/service monitoring in the states that combine high GMV with slower delivery.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486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9FD1E030-E871-4F91-A84F-8381CECC3108}"/>
              </a:ext>
            </a:extLst>
          </p:cNvPr>
          <p:cNvSpPr/>
          <p:nvPr/>
        </p:nvSpPr>
        <p:spPr>
          <a:xfrm>
            <a:off x="502920" y="320040"/>
            <a:ext cx="5348493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Best Business Insights → Management Actions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756B7C4-48BE-4268-AA1D-49A377BDAB90}"/>
              </a:ext>
            </a:extLst>
          </p:cNvPr>
          <p:cNvSpPr/>
          <p:nvPr/>
        </p:nvSpPr>
        <p:spPr>
          <a:xfrm>
            <a:off x="530280" y="859680"/>
            <a:ext cx="5163891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 dirty="0"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Move from “what happened?” to “what should we do next?”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625CB3C3-68F4-4DC3-B3E1-6F6899D313A4}"/>
              </a:ext>
            </a:extLst>
          </p:cNvPr>
          <p:cNvSpPr/>
          <p:nvPr/>
        </p:nvSpPr>
        <p:spPr>
          <a:xfrm>
            <a:off x="11271297" y="347400"/>
            <a:ext cx="386943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65707E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EB33D407-30CE-4705-B93C-5C748594DDA8}"/>
              </a:ext>
            </a:extLst>
          </p:cNvPr>
          <p:cNvSpPr/>
          <p:nvPr/>
        </p:nvSpPr>
        <p:spPr>
          <a:xfrm>
            <a:off x="658440" y="1399320"/>
            <a:ext cx="5257440" cy="1225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A19598A-E1ED-48E4-BB81-73CB35082F7B}"/>
              </a:ext>
            </a:extLst>
          </p:cNvPr>
          <p:cNvSpPr/>
          <p:nvPr/>
        </p:nvSpPr>
        <p:spPr>
          <a:xfrm>
            <a:off x="859680" y="1481400"/>
            <a:ext cx="480024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Protect the revenue core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D9DABA2-D629-47F5-86DA-CD4AF3D3D470}"/>
              </a:ext>
            </a:extLst>
          </p:cNvPr>
          <p:cNvSpPr/>
          <p:nvPr/>
        </p:nvSpPr>
        <p:spPr>
          <a:xfrm>
            <a:off x="859680" y="1883520"/>
            <a:ext cx="475452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Focus inventory and promotions on leading categories.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56FD384E-2031-4C0A-A925-FB93288F9E6A}"/>
              </a:ext>
            </a:extLst>
          </p:cNvPr>
          <p:cNvSpPr/>
          <p:nvPr/>
        </p:nvSpPr>
        <p:spPr>
          <a:xfrm>
            <a:off x="6254640" y="1298520"/>
            <a:ext cx="5257440" cy="1225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1CB62EF1-264C-4A2F-9CA6-94197DD84988}"/>
              </a:ext>
            </a:extLst>
          </p:cNvPr>
          <p:cNvSpPr/>
          <p:nvPr/>
        </p:nvSpPr>
        <p:spPr>
          <a:xfrm>
            <a:off x="6455520" y="1481400"/>
            <a:ext cx="480024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Manage geographic concentration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C5411DA2-5718-449C-B677-28AA3FD95B2D}"/>
              </a:ext>
            </a:extLst>
          </p:cNvPr>
          <p:cNvSpPr/>
          <p:nvPr/>
        </p:nvSpPr>
        <p:spPr>
          <a:xfrm>
            <a:off x="6455520" y="1883520"/>
            <a:ext cx="475452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Monitor SP/RJ/MG demand and service capacity closely.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5CD4E592-D625-447B-ABB0-0912C3EA298C}"/>
              </a:ext>
            </a:extLst>
          </p:cNvPr>
          <p:cNvSpPr/>
          <p:nvPr/>
        </p:nvSpPr>
        <p:spPr>
          <a:xfrm>
            <a:off x="658440" y="2932306"/>
            <a:ext cx="5257440" cy="1225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 dirty="0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046C1EFE-AB0F-4205-ACE2-FBAFD2967CF4}"/>
              </a:ext>
            </a:extLst>
          </p:cNvPr>
          <p:cNvSpPr/>
          <p:nvPr/>
        </p:nvSpPr>
        <p:spPr>
          <a:xfrm>
            <a:off x="859680" y="2932306"/>
            <a:ext cx="480024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Reduce customer pain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7DF4073A-4504-4EA3-9D32-3FF790396E5F}"/>
              </a:ext>
            </a:extLst>
          </p:cNvPr>
          <p:cNvSpPr/>
          <p:nvPr/>
        </p:nvSpPr>
        <p:spPr>
          <a:xfrm>
            <a:off x="859680" y="3364920"/>
            <a:ext cx="475452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Analyze 1-star reviews by delivery, category and seller.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4196426D-9AD1-45A5-A34A-488A1C8AF577}"/>
              </a:ext>
            </a:extLst>
          </p:cNvPr>
          <p:cNvSpPr/>
          <p:nvPr/>
        </p:nvSpPr>
        <p:spPr>
          <a:xfrm>
            <a:off x="6226920" y="2920930"/>
            <a:ext cx="5257440" cy="1225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D9B0D90A-6741-426F-9179-CDF1B0286262}"/>
              </a:ext>
            </a:extLst>
          </p:cNvPr>
          <p:cNvSpPr/>
          <p:nvPr/>
        </p:nvSpPr>
        <p:spPr>
          <a:xfrm>
            <a:off x="6455520" y="2962800"/>
            <a:ext cx="480024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Strengthen logistics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81BBB85C-50E0-4A3B-9D25-2194DB618F93}"/>
              </a:ext>
            </a:extLst>
          </p:cNvPr>
          <p:cNvSpPr/>
          <p:nvPr/>
        </p:nvSpPr>
        <p:spPr>
          <a:xfrm>
            <a:off x="6455520" y="3364920"/>
            <a:ext cx="475452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 regional delivery targets and exception monitoring.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C26A935D-1592-4102-8246-823B778C18C5}"/>
              </a:ext>
            </a:extLst>
          </p:cNvPr>
          <p:cNvSpPr/>
          <p:nvPr/>
        </p:nvSpPr>
        <p:spPr>
          <a:xfrm>
            <a:off x="593973" y="4437614"/>
            <a:ext cx="5257440" cy="1225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DBED9361-F3F5-46DB-89E7-5DDDAD489176}"/>
              </a:ext>
            </a:extLst>
          </p:cNvPr>
          <p:cNvSpPr/>
          <p:nvPr/>
        </p:nvSpPr>
        <p:spPr>
          <a:xfrm>
            <a:off x="859680" y="4443840"/>
            <a:ext cx="480024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Keep payments resilient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DD78938B-4105-4D51-A010-9AEA58EEC9BF}"/>
              </a:ext>
            </a:extLst>
          </p:cNvPr>
          <p:cNvSpPr/>
          <p:nvPr/>
        </p:nvSpPr>
        <p:spPr>
          <a:xfrm>
            <a:off x="859680" y="4846320"/>
            <a:ext cx="475452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Because credit cards dominate, payment failures can have outsized business impact.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ounded Rectangle 20">
            <a:extLst>
              <a:ext uri="{FF2B5EF4-FFF2-40B4-BE49-F238E27FC236}">
                <a16:creationId xmlns:a16="http://schemas.microsoft.com/office/drawing/2014/main" id="{8DD9BE81-B3E2-46D1-A8B3-D5DF3725B76B}"/>
              </a:ext>
            </a:extLst>
          </p:cNvPr>
          <p:cNvSpPr/>
          <p:nvPr/>
        </p:nvSpPr>
        <p:spPr>
          <a:xfrm>
            <a:off x="6254640" y="4437614"/>
            <a:ext cx="5257440" cy="1225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4EAF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chemeClr val="lt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EC37F809-DF6A-49DA-ACEC-B635A2D268E3}"/>
              </a:ext>
            </a:extLst>
          </p:cNvPr>
          <p:cNvSpPr/>
          <p:nvPr/>
        </p:nvSpPr>
        <p:spPr>
          <a:xfrm>
            <a:off x="6455520" y="4443840"/>
            <a:ext cx="480024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111F3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 dynamic analysis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E650E45F-E5FE-4734-97D0-5FA44D4D268E}"/>
              </a:ext>
            </a:extLst>
          </p:cNvPr>
          <p:cNvSpPr/>
          <p:nvPr/>
        </p:nvSpPr>
        <p:spPr>
          <a:xfrm>
            <a:off x="6455520" y="4846320"/>
            <a:ext cx="475452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B323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Top-N and metric selectors make the dashboard useful for different management questions.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173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7F1E976-DB0A-46CC-B689-EC38FD4FC19A}"/>
              </a:ext>
            </a:extLst>
          </p:cNvPr>
          <p:cNvSpPr txBox="1"/>
          <p:nvPr/>
        </p:nvSpPr>
        <p:spPr>
          <a:xfrm>
            <a:off x="391885" y="535900"/>
            <a:ext cx="11408229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Summary</a:t>
            </a:r>
          </a:p>
          <a:p>
            <a:pPr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capstone project analyzed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Brazilian e-commerce dataset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convert multiple transactional datasets into an interactive business intelligence solution. The project integrated information related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orders, order items, products, customers, sellers, payments, reviews, categories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structured analytical model.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focused on five major business areas: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performance, product/category performance, customer behavior, payment patterns and order fulfillment and delivery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Using Power BI, DAX measures, slicers, drill-downs, dynamic parameters, KPI cards, trend charts, tree maps, Pareto analysis, decomposition trees and geographic analysis, the dashboards provide both an executive overview and detailed diagnostic insights.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indicates approximately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99,441 orders, 96,096 unique customers and $13.59 million in item-price GMV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an overall average review score of approximately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4.09/5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results also show that business value is concentrated in several major categories and geographic markets, while customer satisfaction and delivery performance provide important opportunities for improvement.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377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3B4E57C-086B-4BB0-994F-0B4DD83BC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97972"/>
            <a:ext cx="11952513" cy="6596742"/>
          </a:xfrm>
          <a:noFill/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Business Insights</a:t>
            </a:r>
          </a:p>
          <a:p>
            <a:pPr marL="0" indent="0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Identified Several Important Business Patterns:</a:t>
            </a:r>
          </a:p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Sales Are Concentrated Across Major Categories And Regions.</a:t>
            </a:r>
            <a:b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Relatively Small Number Of Product Categories Contribute A Significant Share Of Overall GMV, Making Pareto Analysis Useful For Inventory Planning, Merchandising And Promotional Decisions.</a:t>
            </a:r>
          </a:p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Geographic Concentration Is Significant.</a:t>
            </a:r>
            <a:b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São Paulo Is The Largest Contributor To GMV, And The Leading States Account For A Substantial Proportion Of Overall Sales. This Suggests That Regional Demand And Logistics Should Be Monitored Separately.</a:t>
            </a:r>
          </a:p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Customer Satisfaction Is Generally Positive But Not Uniform.</a:t>
            </a:r>
            <a:b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Reviews Are In The 4–5 Star Range, But The Presence Of 1-star Reviews Highlights The Need To Identify The Major Causes Of Dissatisfaction.</a:t>
            </a:r>
          </a:p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Delivery Performance Is An Important Operational Factor.</a:t>
            </a:r>
            <a:b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Delivery Time Is Around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12.56 Days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Regional Variation Means That A Single National Performance Indicator May Hide Specific Logistics Problems.</a:t>
            </a:r>
          </a:p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Payment Behavior Provides Useful Commercial Information.</a:t>
            </a:r>
            <a:b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Cards Are The Dominant Payment Method, Making Payment Reliability And Customer Payment Experience Important For Maintaining Successful Transactions.</a:t>
            </a:r>
          </a:p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Interactive Analytics Improves Decision-making.</a:t>
            </a:r>
            <a:b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Of Top-n Parameters, Metric Selectors, Slicers And Drill-down Capabilities Allows Users To Move From High-level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Kpis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Detailed Category, Customer, Geographic And Operational Analysis.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079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ABEC69-A15A-4DA1-85C6-08D1FF8276E2}"/>
              </a:ext>
            </a:extLst>
          </p:cNvPr>
          <p:cNvSpPr txBox="1"/>
          <p:nvPr/>
        </p:nvSpPr>
        <p:spPr>
          <a:xfrm>
            <a:off x="620485" y="478971"/>
            <a:ext cx="11234057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can transform complex e-commerce data into actionable business intelligence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Rather than looking at sales, customer satisfaction, product performance and delivery separately, the solution connects these dimensions into a single interactive analytical framework.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dashboards can help management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high-performing categories, monitor sales concentration, understand customer satisfaction, evaluate payment behavior, detect delivery issues and prioritize business actions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shows that effective data analytics is not only about creating attractive visualizations. Its real value comes from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data to business questions and converting analytical findings into practical decisions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Takeaway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project converts transactional data into a decision-support system that helps the business understand what is happening, why it is happening, and where action should be taken.”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3277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191</TotalTime>
  <Words>1899</Words>
  <Application>Microsoft Office PowerPoint</Application>
  <PresentationFormat>Widescreen</PresentationFormat>
  <Paragraphs>289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Tw Cen MT</vt:lpstr>
      <vt:lpstr>Droplet</vt:lpstr>
      <vt:lpstr> OLIST E-COMMERCE ANALYTICS</vt:lpstr>
      <vt:lpstr>Business Context and Scope of 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OLIST E-COMMERCE ANALYTICS</dc:title>
  <dc:creator>jaya shanker</dc:creator>
  <cp:lastModifiedBy>jaya shanker</cp:lastModifiedBy>
  <cp:revision>11</cp:revision>
  <dcterms:created xsi:type="dcterms:W3CDTF">2026-09-09T13:45:19Z</dcterms:created>
  <dcterms:modified xsi:type="dcterms:W3CDTF">2026-09-10T12:56:58Z</dcterms:modified>
</cp:coreProperties>
</file>